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9509760" cy="7223760"/>
          </a:xfrm>
          <a:prstGeom prst="rect">
            <a:avLst/>
          </a:prstGeom>
          <a:noFill/>
          <a:ln w="762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438912"/>
            <a:ext cx="9180576" cy="6894576"/>
          </a:xfrm>
          <a:prstGeom prst="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rpoi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074" y="685800"/>
            <a:ext cx="946252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737360"/>
            <a:ext cx="8229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0E7C86"/>
                </a:solidFill>
                <a:latin typeface="Calibri"/>
              </a:rPr>
              <a:t>CERTIFICATE OF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8229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 i="0">
                <a:solidFill>
                  <a:srgbClr val="1F3A5F"/>
                </a:solidFill>
                <a:latin typeface="Calibri"/>
              </a:rPr>
              <a:t>Pathfinder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1">
                <a:solidFill>
                  <a:srgbClr val="666666"/>
                </a:solidFill>
                <a:latin typeface="Calibri"/>
              </a:rPr>
              <a:t>This certifies that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3756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222222"/>
                </a:solidFill>
                <a:latin typeface="Calibri"/>
              </a:rPr>
              <a:t>[Student name]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041648"/>
            <a:ext cx="6400800" cy="15875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7863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222222"/>
                </a:solidFill>
                <a:latin typeface="Calibri"/>
              </a:rPr>
              <a:t>completed all twelve missions of Pathfinder Explorers - lights, loops, motors, autopilot, wireless control and a design of their own - and programmed a robot vehicle to drive the Mission Day course.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12064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1F3A5F"/>
                </a:solidFill>
                <a:latin typeface="Calibri"/>
              </a:rPr>
              <a:t>Highest license earned:  ____________________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6172200"/>
            <a:ext cx="3200400" cy="15875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621792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6172200"/>
            <a:ext cx="3200400" cy="15875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621792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Instructor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81228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Porpoise Robotics  -  porpoiserobotics.org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