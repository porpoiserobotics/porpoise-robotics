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ledcSetup(channel, freq, bits);</a:t>
            </a:r>
          </a:p>
          <a:p>
            <a:pPr algn="l">
              <a:lnSpc>
                <a:spcPct val="100000"/>
              </a:lnSpc>
              <a:spcAft>
                <a:spcPts val="800"/>
              </a:spcAft>
              <a:defRPr sz="1500" b="0">
                <a:solidFill>
                  <a:srgbClr val="222222"/>
                </a:solidFill>
                <a:latin typeface="Calibri"/>
              </a:defRPr>
            </a:pPr>
            <a:r>
              <a:rPr sz="1500" b="0">
                <a:solidFill>
                  <a:srgbClr val="222222"/>
                </a:solidFill>
                <a:latin typeface="Calibri"/>
              </a:rPr>
              <a:t>ledcAttachPin(pin, channel);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ledcWrite(channel,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for loop is three things in one line: where to start, when to keep going, and what to change each pass.</a:t>
            </a:r>
          </a:p>
          <a:p>
            <a:pPr algn="l">
              <a:lnSpc>
                <a:spcPct val="100000"/>
              </a:lnSpc>
              <a:spcAft>
                <a:spcPts val="1100"/>
              </a:spcAft>
              <a:defRPr sz="1500" b="0">
                <a:solidFill>
                  <a:srgbClr val="222222"/>
                </a:solidFill>
                <a:latin typeface="Calibri"/>
              </a:defRPr>
            </a:pPr>
            <a:r>
              <a:rPr sz="1500" b="0">
                <a:solidFill>
                  <a:srgbClr val="222222"/>
                </a:solidFill>
                <a:latin typeface="Calibri"/>
              </a:rPr>
              <a:t>A while loop can run zero times. That is usually what you want when you are waiting for something.</a:t>
            </a:r>
          </a:p>
          <a:p>
            <a:pPr algn="l">
              <a:lnSpc>
                <a:spcPct val="100000"/>
              </a:lnSpc>
              <a:spcAft>
                <a:spcPts val="1100"/>
              </a:spcAft>
              <a:defRPr sz="1500" b="0">
                <a:solidFill>
                  <a:srgbClr val="222222"/>
                </a:solidFill>
                <a:latin typeface="Calibri"/>
              </a:defRPr>
            </a:pPr>
            <a:r>
              <a:rPr sz="1500" b="0">
                <a:solidFill>
                  <a:srgbClr val="222222"/>
                </a:solidFill>
                <a:latin typeface="Calibri"/>
              </a:rPr>
              <a:t>A do-while always runs once before it checks. Useful when the test needs a value you have not got yet.</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loop() itself is really a while(true) that the Arduino framework writes for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Watch</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How PWM works, controlling a motor   (10:10)</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youtube.com/watch?v=5nwNKPs2gco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Arduino DC motor control   (11:44)</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youtube.com/watch?v=HtbCL2NruUY</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Motor speed tutorial with PWM motors   (17:33)</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youtube.com/watch?v=UPTU6nYSaMo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Loops in C   (video)</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youtube.com/watch?v=b4DPj0XAfSg</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Read</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Loops in C, worked through properly</a:t>
            </a:r>
          </a:p>
          <a:p>
            <a:pPr lvl="1" algn="l">
              <a:lnSpc>
                <a:spcPct val="100000"/>
              </a:lnSpc>
              <a:spcAft>
                <a:spcPts val="800"/>
              </a:spcAft>
              <a:defRPr sz="1500" b="0">
                <a:solidFill>
                  <a:srgbClr val="222222"/>
                </a:solidFill>
                <a:latin typeface="Calibri"/>
              </a:defRPr>
            </a:pPr>
            <a:r>
              <a:rPr sz="1500" b="0">
                <a:solidFill>
                  <a:srgbClr val="222222"/>
                </a:solidFill>
                <a:latin typeface="Calibri"/>
              </a:rPr>
              <a:t>geeksforgeeks.org/c/c-loops/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Control structures - loops and conditionals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cplusplus.com/doc/tutorial/control/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Functions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cplusplus.com/doc/tutorial/functions/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