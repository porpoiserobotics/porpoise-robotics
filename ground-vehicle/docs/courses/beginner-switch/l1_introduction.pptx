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Both photographs are taken from the front, so you can only see the front bar. Say what the camera cannot show: the rear bar is indicating on the same side at the same time, the way a car does. It is one SIDE of the vehicle lighting up, not one end.</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screenshot is the real dialog. Point at the bottom row - the box is easy to miss, and it is the one field on the page that matters today.</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turn-signal-lef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pic>
        <p:nvPicPr>
          <p:cNvPr id="7" name="Picture 6" descr="vehicle-turn-signal-left.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vehicle-turn-signal-right.jpg"/>
          <p:cNvPicPr>
            <a:picLocks noChangeAspect="1"/>
          </p:cNvPicPr>
          <p:nvPr/>
        </p:nvPicPr>
        <p:blipFill>
          <a:blip r:embed="rId3"/>
          <a:stretch>
            <a:fillRect/>
          </a:stretch>
        </p:blipFill>
        <p:spPr>
          <a:xfrm>
            <a:off x="6533158" y="1810512"/>
            <a:ext cx="4901184" cy="3675888"/>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from the front. The rear bar is lit on the same side at the same time.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Same vehicle, same program, same 32 LEDs - the D-pad just went the other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bluepad32 URL above pasted into the "Additional boards manager URLs" box. Kevin's screenshot shows the espressif URL, which is the PS3 track's.</a:t>
            </a:r>
          </a:p>
        </p:txBody>
      </p:sp>
      <p:sp>
        <p:nvSpPr>
          <p:cNvPr id="8" name="TextBox 7"/>
          <p:cNvSpPr txBox="1"/>
          <p:nvPr/>
        </p:nvSpPr>
        <p:spPr>
          <a:xfrm>
            <a:off x="8556736" y="4535424"/>
            <a:ext cx="3132039"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It is the bottom row</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none (Bluepad32 ships with the board package)</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pathfinder_nintendoswitch</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