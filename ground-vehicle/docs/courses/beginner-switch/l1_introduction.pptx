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8" name="Picture 7" descr="vehicle-front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week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7460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389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63891" y="5102352"/>
            <a:ext cx="390427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Maths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Maths and science you will actually use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Wavelength and colour perception, for the lighting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Engineering practice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maths and science to build something that has to actually 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9575" y="2267712"/>
            <a:ext cx="4352544" cy="3264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Four-wheel drive, computer controlled, 32 addressable LEDs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12203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top plate with a breadboard area, for sensors you add later.</a:t>
            </a:r>
          </a:p>
        </p:txBody>
      </p:sp>
      <p:pic>
        <p:nvPicPr>
          <p:cNvPr id="7" name="Picture 6" descr="vehicle-top-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716" y="1188720"/>
            <a:ext cx="4698059" cy="37553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90716" y="5017228"/>
            <a:ext cx="4698059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Top view: the ESP32 module and the battery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Which GPIO pin does what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Keep this page. Every program in the course refers back to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5982"/>
                <a:gridCol w="4386609"/>
                <a:gridCol w="5483262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Pin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drives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12, 13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left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pins per motor: one per direction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18, 19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left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22, 23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right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16, 17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right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All 32 NeoPixel LEDs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wire drives the whole 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25, 26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 1 and 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27 and 14 are servos 3 and 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blue LED on the ESP32 module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program uses this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Used for pairing on the advanced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"GPIO" is General Purpose Input/Output: a pin your program can switch on and off, or read.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2 and Gen 3  -  which vehicle are you holding?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most of the fleet is built from.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ESP32, four DRV8871 H-bridges, 32 LEDs, four servo outputs.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 current sensor.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Everything in this course works on it. Nothing in these five lessons needs anything a Gen 2 does not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current build. Same layout, same pins, same programs.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Adds an INA219 digital power monitor, so the vehicle can measure its own battery voltage and how much current it is drawing.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makes a powered self-test possible: drive each motor and watch what it costs.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advanced course spends a whole lesson on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programs detect which one they are running on at boot, by looking for the sensor. One program, either vehicle - you do not have to know which you have before you upload.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Switch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IDE will not install, that is a school IT problem, not a robotics problem. Pair up with a neighbour and carry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File &gt; Preferences &gt; "Additional boards manager URLs".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Paste this in (one line, no spaces):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https://raw.githubusercontent.com/ricardoquesada/esp32-arduino-lib-builder/master/bluepad32_files/package_esp32_bluepad32_index.json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Click OK.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Tools &gt; Board &gt; Boards Manager, search "bluepad32", install it. Choose version 4.1.0.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Tools &gt; Board &gt; esp32_bluepad32 &gt; "ESP32 Dev Module".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Package:  esp32_bluepad32  by Ricardo Quesada,  version 4.1.0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400">
                <a:solidFill>
                  <a:srgbClr val="222222"/>
                </a:solidFill>
                <a:latin typeface="Calibri"/>
              </a:rPr>
              <a:t>You now have TWO entries called "ESP32 Dev Module" - one under "esp32" and one under "esp32_bluepad32". Everything on this track needs the esp32_bluepad32 one. A pile of errors that make no sense usually means the wrong one is selected.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BOARD:  Tools &gt; Board &gt; esp32_bluepad32 &gt; "ESP32 Dev Module"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none - Bluepad32 arrives with the board package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still need "Adafruit NeoPixel" by Adafruit for the lighting lessons.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1.  THE TOP OF THE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Read before anything runs.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2.  setup()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Runs ONCE, at power-up or reset.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3.  loop()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Runs OVER AND OVER, forever,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alibri"/>
              </a:defRPr>
            </a:pPr>
            <a:r>
              <a:rPr sz="18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= 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Wait for "Done uploading" and look at the ESP32 module.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small blue LED on the ESP32 module itself, one second on and one second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201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33549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Change the two numbers in the maths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Send a colour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one holds three LEDs: red, green and blue. Every colour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BRIGHTNESS = 60;    // master brightness, 0 to 255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Adafruit_NeoPixel strip(LED_COUNT, LED_PIN,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strip.setBrightness(BRIGHTNESS);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NEO_GRB says these LEDs want their colour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Invent a colour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week.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