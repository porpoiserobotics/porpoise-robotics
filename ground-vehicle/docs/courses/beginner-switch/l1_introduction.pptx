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Ask first, before any of this: hands up for anybody who has met Arduino, the ESP-32, C++ or Ohm's law before. It changes who you pair with whom, and it tells you which of the four objectives is going to be the slow one.</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a:p>
            <a:r>
              <a:rPr sz="1200">
                <a:latin typeface="Calibri"/>
              </a:rPr>
              <a:t>Breaks are about every hour, or wherever the work reaches a natural stop. Say so at the start, so nobody is wondering.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photograph is the vehicle sitting on its back. What it shows is why it works: the wheels stand proud of the frame on both faces, so there is no wrong way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Walk the photograph with them: red into pin 2 on the dev module, yellow into a GND socket on the expansion header. Two wires, and the breadboard is running off the vehicle.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control board.</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1-and-gen2.jpg"/>
          <p:cNvPicPr>
            <a:picLocks noChangeAspect="1"/>
          </p:cNvPicPr>
          <p:nvPr/>
        </p:nvPicPr>
        <p:blipFill>
          <a:blip r:embed="rId2"/>
          <a:stretch>
            <a:fillRect/>
          </a:stretch>
        </p:blipFill>
        <p:spPr>
          <a:xfrm>
            <a:off x="502920" y="2421051"/>
            <a:ext cx="5410047" cy="2454809"/>
          </a:xfrm>
          <a:prstGeom prst="rect">
            <a:avLst/>
          </a:prstGeom>
        </p:spPr>
      </p:pic>
      <p:pic>
        <p:nvPicPr>
          <p:cNvPr id="8" name="Picture 7" descr="vehicle-gen3-top.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gen3-upside-down.jpg"/>
          <p:cNvPicPr>
            <a:picLocks noChangeAspect="1"/>
          </p:cNvPicPr>
          <p:nvPr/>
        </p:nvPicPr>
        <p:blipFill>
          <a:blip r:embed="rId3"/>
          <a:stretch>
            <a:fillRect/>
          </a:stretch>
        </p:blipFill>
        <p:spPr>
          <a:xfrm>
            <a:off x="6402886" y="1810512"/>
            <a:ext cx="5161728"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Flip it over and it keeps going  -  the wheels reach past the frame on both sides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pic>
        <p:nvPicPr>
          <p:cNvPr id="6" name="Picture 5" descr="control-board-schematic.jpg"/>
          <p:cNvPicPr>
            <a:picLocks noChangeAspect="1"/>
          </p:cNvPicPr>
          <p:nvPr/>
        </p:nvPicPr>
        <p:blipFill>
          <a:blip r:embed="rId2"/>
          <a:stretch>
            <a:fillRect/>
          </a:stretch>
        </p:blipFill>
        <p:spPr>
          <a:xfrm>
            <a:off x="2782646" y="1188720"/>
            <a:ext cx="6626403"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240622"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NOT the latest.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pic>
        <p:nvPicPr>
          <p:cNvPr id="7" name="Picture 6" descr="ide-preferences-boards-url-switch.png"/>
          <p:cNvPicPr>
            <a:picLocks noChangeAspect="1"/>
          </p:cNvPicPr>
          <p:nvPr/>
        </p:nvPicPr>
        <p:blipFill>
          <a:blip r:embed="rId2"/>
          <a:stretch>
            <a:fillRect/>
          </a:stretch>
        </p:blipFill>
        <p:spPr>
          <a:xfrm>
            <a:off x="8109302" y="1673039"/>
            <a:ext cx="3579473" cy="2323201"/>
          </a:xfrm>
          <a:prstGeom prst="rect">
            <a:avLst/>
          </a:prstGeom>
        </p:spPr>
      </p:pic>
      <p:sp>
        <p:nvSpPr>
          <p:cNvPr id="8" name="TextBox 7"/>
          <p:cNvSpPr txBox="1"/>
          <p:nvPr/>
        </p:nvSpPr>
        <p:spPr>
          <a:xfrm>
            <a:off x="8109302" y="4051104"/>
            <a:ext cx="3579473"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"Additional board manager URLs"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none (Bluepad32 ships with the board package)</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pathfinder_nintendoswitch</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pic>
        <p:nvPicPr>
          <p:cNvPr id="7" name="Picture 6" descr="breadboard-powered-from-vehicle.jpg"/>
          <p:cNvPicPr>
            <a:picLocks noChangeAspect="1"/>
          </p:cNvPicPr>
          <p:nvPr/>
        </p:nvPicPr>
        <p:blipFill>
          <a:blip r:embed="rId2"/>
          <a:stretch>
            <a:fillRect/>
          </a:stretch>
        </p:blipFill>
        <p:spPr>
          <a:xfrm>
            <a:off x="7509551" y="1188720"/>
            <a:ext cx="3436671" cy="3291840"/>
          </a:xfrm>
          <a:prstGeom prst="rect">
            <a:avLst/>
          </a:prstGeom>
        </p:spPr>
      </p:pic>
      <p:sp>
        <p:nvSpPr>
          <p:cNvPr id="8" name="TextBox 7"/>
          <p:cNvSpPr txBox="1"/>
          <p:nvPr/>
        </p:nvSpPr>
        <p:spPr>
          <a:xfrm>
            <a:off x="7509551" y="4535424"/>
            <a:ext cx="3436671"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