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none (Bluepad32 ships with the board package)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pathfinder_nintendoswitch</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