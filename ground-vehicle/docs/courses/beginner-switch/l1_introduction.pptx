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neighbours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goes wrong most often, and it goes wrong differently on each track. Follow the slide exactly.</a:t>
            </a:r>
          </a:p>
          <a:p>
            <a:r>
              <a:rPr sz="1200">
                <a:latin typeface="Calibri"/>
              </a:rPr>
              <a:t>The board package is a large download. Start everybody off, then talk over it rather than watching the bar.</a:t>
            </a:r>
          </a:p>
          <a:p>
            <a:r>
              <a:rPr sz="1200">
                <a:latin typeface="Calibri"/>
              </a:rPr>
              <a:t>If a download fails halfway, the fix is usually to close the IDE completely and start it again before retrying.</a:t>
            </a:r>
          </a:p>
          <a:p>
            <a:r>
              <a:rPr sz="1200">
                <a:latin typeface="Calibri"/>
              </a:rPr>
              <a:t>Nobody moves on until Boards Manager shows the package as INSTALLED. Check screens rather than taking their word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towards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5524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88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8895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centre,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387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645054"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5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