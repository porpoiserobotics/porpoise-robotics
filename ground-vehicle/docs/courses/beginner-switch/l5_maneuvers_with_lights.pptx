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one, and it is the real program.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pathfinder_nintendoswitch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side-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(myController-&gt;x())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a:t>
            </a:r>
          </a:p>
          <a:p>
            <a:pPr algn="l">
              <a:lnSpc>
                <a:spcPct val="100000"/>
              </a:lnSpc>
              <a:spcAft>
                <a:spcPts val="800"/>
              </a:spcAft>
              <a:defRPr sz="2000" b="0">
                <a:solidFill>
                  <a:srgbClr val="222222"/>
                </a:solidFill>
                <a:latin typeface="Calibri"/>
              </a:defRPr>
            </a:pPr>
            <a:r>
              <a:rPr sz="2000" b="0">
                <a:solidFill>
                  <a:srgbClr val="222222"/>
                </a:solidFill>
                <a:latin typeface="Calibri"/>
              </a:rPr>
              <a:t>2.  Press the LEFT face button (marked Y on most Switch pads) a few times. One press, one change, every time.</a:t>
            </a:r>
          </a:p>
          <a:p>
            <a:pPr algn="l">
              <a:lnSpc>
                <a:spcPct val="100000"/>
              </a:lnSpc>
              <a:spcAft>
                <a:spcPts val="800"/>
              </a:spcAft>
              <a:defRPr sz="2000" b="0">
                <a:solidFill>
                  <a:srgbClr val="222222"/>
                </a:solidFill>
                <a:latin typeface="Calibri"/>
              </a:defRPr>
            </a:pPr>
            <a:r>
              <a:rPr sz="2000" b="0">
                <a:solidFill>
                  <a:srgbClr val="222222"/>
                </a:solidFill>
                <a:latin typeface="Calibri"/>
              </a:rPr>
              <a:t>3.  Now press the TOP face button (marked X on most Switch pads) ONCE and read the Serial Monitor.</a:t>
            </a:r>
          </a:p>
          <a:p>
            <a:pPr algn="l">
              <a:lnSpc>
                <a:spcPct val="100000"/>
              </a:lnSpc>
              <a:spcAft>
                <a:spcPts val="800"/>
              </a:spcAft>
              <a:defRPr sz="2000" b="0">
                <a:solidFill>
                  <a:srgbClr val="222222"/>
                </a:solidFill>
                <a:latin typeface="Calibri"/>
              </a:defRPr>
            </a:pPr>
            <a:r>
              <a:rPr sz="2000" b="0">
                <a:solidFill>
                  <a:srgbClr val="222222"/>
                </a:solidFill>
                <a:latin typeface="Calibri"/>
              </a:rPr>
              <a:t>4.  How many times did one press register?</a:t>
            </a:r>
          </a:p>
          <a:p>
            <a:pPr algn="l">
              <a:lnSpc>
                <a:spcPct val="100000"/>
              </a:lnSpc>
              <a:spcAft>
                <a:spcPts val="800"/>
              </a:spcAft>
              <a:defRPr sz="2000" b="0">
                <a:solidFill>
                  <a:srgbClr val="222222"/>
                </a:solidFill>
                <a:latin typeface="Calibri"/>
              </a:defRPr>
            </a:pPr>
            <a:r>
              <a:rPr sz="2000" b="0">
                <a:solidFill>
                  <a:srgbClr val="222222"/>
                </a:solidFill>
                <a:latin typeface="Calibri"/>
              </a:rPr>
              <a:t>5.  Hold the good button down for five seconds. Does anything extra happen? Should it?</a:t>
            </a:r>
          </a:p>
          <a:p>
            <a:pPr algn="l">
              <a:lnSpc>
                <a:spcPct val="100000"/>
              </a:lnSpc>
              <a:spcAft>
                <a:spcPts val="800"/>
              </a:spcAft>
              <a:defRPr sz="2000" b="0">
                <a:solidFill>
                  <a:srgbClr val="222222"/>
                </a:solidFill>
                <a:latin typeface="Calibri"/>
              </a:defRPr>
            </a:pPr>
            <a:r>
              <a:rPr sz="20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4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400"/>
              </a:spcAft>
              <a:defRPr sz="1800" b="0">
                <a:solidFill>
                  <a:srgbClr val="222222"/>
                </a:solidFill>
                <a:latin typeface="Calibri"/>
              </a:defRPr>
            </a:pPr>
            <a:r>
              <a:rPr sz="1800" b="0">
                <a:solidFill>
                  <a:srgbClr val="222222"/>
                </a:solidFill>
                <a:latin typeface="Calibri"/>
              </a:rPr>
              <a:t>3.  Press the LEFT face button (marked Y on most Switch pads) to toggle the lights.</a:t>
            </a:r>
          </a:p>
          <a:p>
            <a:pPr algn="l">
              <a:lnSpc>
                <a:spcPct val="100000"/>
              </a:lnSpc>
              <a:spcAft>
                <a:spcPts val="4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4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pathfinder_nintendoswitch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the TOP face button (marked X on most Switch pads).</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clicking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400" b="1">
                <a:solidFill>
                  <a:srgbClr val="1F3A5F"/>
                </a:solidFill>
                <a:latin typeface="Calibri"/>
              </a:defRPr>
            </a:pPr>
            <a:r>
              <a:rPr sz="2400" b="1">
                <a:solidFill>
                  <a:srgbClr val="1F3A5F"/>
                </a:solidFill>
                <a:latin typeface="Calibri"/>
              </a:rPr>
              <a:t>Putting it all together  -  read pathfinder_nintendoswitch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4" name="Rounded Rectangle 13"/>
          <p:cNvSpPr/>
          <p:nvPr/>
        </p:nvSpPr>
        <p:spPr>
          <a:xfrm>
            <a:off x="9568644"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5" name="TextBox 14"/>
          <p:cNvSpPr txBox="1"/>
          <p:nvPr/>
        </p:nvSpPr>
        <p:spPr>
          <a:xfrm>
            <a:off x="9568644"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pathfinder_nintendoswitch</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pathfinder_nintendoswitch.ino.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Paste your MY_CONTROLLER line into the top.</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until every control is checked.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