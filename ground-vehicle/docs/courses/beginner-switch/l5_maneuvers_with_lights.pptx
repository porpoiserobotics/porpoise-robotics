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7" name="Picture 6" descr="vehicle-side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pathfinder_nintendoswitch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A32A2A"/>
                </a:solidFill>
                <a:latin typeface="Calibri"/>
              </a:defRPr>
            </a:pPr>
            <a:r>
              <a:rPr sz="11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B46A0F"/>
                </a:solidFill>
                <a:latin typeface="Calibri"/>
              </a:defRPr>
            </a:pPr>
            <a:r>
              <a:rPr sz="11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1F3A5F"/>
                </a:solidFill>
                <a:latin typeface="Calibri"/>
              </a:defRPr>
            </a:pPr>
            <a:r>
              <a:rPr sz="11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onsolas"/>
              </a:defRPr>
            </a:pPr>
            <a:r>
              <a:rPr sz="11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onsolas"/>
              </a:defRPr>
            </a:pPr>
            <a:r>
              <a:rPr sz="11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