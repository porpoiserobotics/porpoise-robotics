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pathfinder_nintendoswitch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side-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b="1">
                <a:solidFill>
                  <a:srgbClr val="0E7C86"/>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(myController-&gt;x())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a:t>
            </a:r>
          </a:p>
          <a:p>
            <a:pPr algn="l">
              <a:lnSpc>
                <a:spcPct val="100000"/>
              </a:lnSpc>
              <a:spcAft>
                <a:spcPts val="800"/>
              </a:spcAft>
              <a:defRPr sz="2000" b="0">
                <a:solidFill>
                  <a:srgbClr val="222222"/>
                </a:solidFill>
                <a:latin typeface="Calibri"/>
              </a:defRPr>
            </a:pPr>
            <a:r>
              <a:rPr sz="2000" b="0">
                <a:solidFill>
                  <a:srgbClr val="222222"/>
                </a:solidFill>
                <a:latin typeface="Calibri"/>
              </a:rPr>
              <a:t>2.  Press the LEFT face button (marked Y on most Switch pads) a few times. One press, one change, every time.</a:t>
            </a:r>
          </a:p>
          <a:p>
            <a:pPr algn="l">
              <a:lnSpc>
                <a:spcPct val="100000"/>
              </a:lnSpc>
              <a:spcAft>
                <a:spcPts val="800"/>
              </a:spcAft>
              <a:defRPr sz="2000" b="0">
                <a:solidFill>
                  <a:srgbClr val="222222"/>
                </a:solidFill>
                <a:latin typeface="Calibri"/>
              </a:defRPr>
            </a:pPr>
            <a:r>
              <a:rPr sz="2000" b="0">
                <a:solidFill>
                  <a:srgbClr val="222222"/>
                </a:solidFill>
                <a:latin typeface="Calibri"/>
              </a:rPr>
              <a:t>3.  Now press the TOP face button (marked X on most Switch pads) ONCE and read the Serial Monitor.</a:t>
            </a:r>
          </a:p>
          <a:p>
            <a:pPr algn="l">
              <a:lnSpc>
                <a:spcPct val="100000"/>
              </a:lnSpc>
              <a:spcAft>
                <a:spcPts val="800"/>
              </a:spcAft>
              <a:defRPr sz="2000" b="0">
                <a:solidFill>
                  <a:srgbClr val="222222"/>
                </a:solidFill>
                <a:latin typeface="Calibri"/>
              </a:defRPr>
            </a:pPr>
            <a:r>
              <a:rPr sz="2000" b="0">
                <a:solidFill>
                  <a:srgbClr val="222222"/>
                </a:solidFill>
                <a:latin typeface="Calibri"/>
              </a:rPr>
              <a:t>4.  How many times did one press register?</a:t>
            </a:r>
          </a:p>
          <a:p>
            <a:pPr algn="l">
              <a:lnSpc>
                <a:spcPct val="100000"/>
              </a:lnSpc>
              <a:spcAft>
                <a:spcPts val="800"/>
              </a:spcAft>
              <a:defRPr sz="2000" b="0">
                <a:solidFill>
                  <a:srgbClr val="222222"/>
                </a:solidFill>
                <a:latin typeface="Calibri"/>
              </a:defRPr>
            </a:pPr>
            <a:r>
              <a:rPr sz="2000" b="0">
                <a:solidFill>
                  <a:srgbClr val="222222"/>
                </a:solidFill>
                <a:latin typeface="Calibri"/>
              </a:rPr>
              <a:t>5.  Hold the good button down for five seconds. Does anything extra happen? Should it?</a:t>
            </a:r>
          </a:p>
          <a:p>
            <a:pPr algn="l">
              <a:lnSpc>
                <a:spcPct val="100000"/>
              </a:lnSpc>
              <a:spcAft>
                <a:spcPts val="800"/>
              </a:spcAft>
              <a:defRPr sz="2000" b="0">
                <a:solidFill>
                  <a:srgbClr val="222222"/>
                </a:solidFill>
                <a:latin typeface="Calibri"/>
              </a:defRPr>
            </a:pPr>
            <a:r>
              <a:rPr sz="20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4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400"/>
              </a:spcAft>
              <a:defRPr sz="1800" b="0">
                <a:solidFill>
                  <a:srgbClr val="222222"/>
                </a:solidFill>
                <a:latin typeface="Calibri"/>
              </a:defRPr>
            </a:pPr>
            <a:r>
              <a:rPr sz="1800" b="0">
                <a:solidFill>
                  <a:srgbClr val="222222"/>
                </a:solidFill>
                <a:latin typeface="Calibri"/>
              </a:rPr>
              <a:t>3.  Press the LEFT face button (marked Y on most Switch pads) to toggle the lights.</a:t>
            </a:r>
          </a:p>
          <a:p>
            <a:pPr algn="l">
              <a:lnSpc>
                <a:spcPct val="100000"/>
              </a:lnSpc>
              <a:spcAft>
                <a:spcPts val="4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4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pathfinder_nintendoswitch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servo owns one direction of the stick, so one stick aims four independent things and each sits centerd when the stick is not pushed its way.</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the TOP face button (marked X on most Switch pads).</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MOTOR_MAX / 2, which makes it easy to aim. clicking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400" b="1">
                <a:solidFill>
                  <a:srgbClr val="1F3A5F"/>
                </a:solidFill>
                <a:latin typeface="Calibri"/>
              </a:defRPr>
            </a:pPr>
            <a:r>
              <a:rPr sz="2400" b="1">
                <a:solidFill>
                  <a:srgbClr val="1F3A5F"/>
                </a:solidFill>
                <a:latin typeface="Calibri"/>
              </a:rPr>
              <a:t>Putting it all together  -  read pathfinder_nintendoswitch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2914650"/>
        </p:xfrm>
        <a:graphic>
          <a:graphicData uri="http://schemas.openxmlformats.org/drawingml/2006/table">
            <a:tbl>
              <a:tblPr firstRow="1" bandRow="1">
                <a:tableStyleId>{5C22544A-7EE6-4342-B048-85BDC9FD1C3A}</a:tableStyleId>
              </a:tblPr>
              <a:tblGrid>
                <a:gridCol w="813516"/>
                <a:gridCol w="4677721"/>
                <a:gridCol w="5694617"/>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a:solidFill>
                            <a:srgbClr val="222222"/>
                          </a:solidFill>
                          <a:latin typeface="Calibri"/>
                        </a:rPr>
                        <a:t>The state variables and the LightPattern enum</a:t>
                      </a: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a:solidFill>
                            <a:srgbClr val="222222"/>
                          </a:solidFill>
                          <a:latin typeface="Calibri"/>
                        </a:rPr>
                        <a:t>stickToSpeed(), drive() and setMotor()</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a:solidFill>
                            <a:srgbClr val="222222"/>
                          </a:solidFill>
                          <a:latin typeface="Calibri"/>
                        </a:rPr>
                        <a:t>loop(), top to bottom</a:t>
                      </a:r>
                    </a:p>
                  </a:txBody>
                  <a:tcPr marL="73152" marT="18288" marB="18288">
                    <a:solidFill>
                      <a:srgbClr val="EEF3F8"/>
                    </a:solidFill>
                  </a:tcPr>
                </a:tc>
                <a:tc>
                  <a:txBody>
                    <a:bodyPr/>
                    <a:lstStyle/>
                    <a:p>
                      <a:r>
                        <a:rPr sz="150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pathfinder_nintendoswitch</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pathfinder_nintendoswitch.ino.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Paste your MY_CONTROLLER line into the top.</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