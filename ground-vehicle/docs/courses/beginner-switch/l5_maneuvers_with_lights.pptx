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pathfinder_nintendoswitch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maths that predicts where the vehicle ends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4  -  addressable LEDs, colour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8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pathfinder_nintendoswitch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8191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A32A2A"/>
                </a:solidFill>
                <a:latin typeface="Calibri"/>
              </a:defRPr>
            </a:pPr>
            <a:r>
              <a:rPr sz="1300" b="1">
                <a:solidFill>
                  <a:srgbClr val="A32A2A"/>
                </a:solidFill>
                <a:latin typeface="Calibri"/>
              </a:rPr>
              <a:t>with delay()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A32A2A"/>
                </a:solidFill>
                <a:latin typeface="Calibri"/>
              </a:defRPr>
            </a:pPr>
            <a:r>
              <a:rPr sz="1300" b="1">
                <a:solidFill>
                  <a:srgbClr val="A32A2A"/>
                </a:solidFill>
                <a:latin typeface="Calibri"/>
              </a:rPr>
              <a:t>one job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A32A2A"/>
                </a:solidFill>
                <a:latin typeface="Calibri"/>
              </a:defRPr>
            </a:pPr>
            <a:r>
              <a:rPr sz="11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3639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0E7C86"/>
                </a:solidFill>
                <a:latin typeface="Calibri"/>
              </a:defRPr>
            </a:pPr>
            <a:r>
              <a:rPr sz="1300" b="1">
                <a:solidFill>
                  <a:srgbClr val="0E7C86"/>
                </a:solidFill>
                <a:latin typeface="Calibri"/>
              </a:rPr>
              <a:t>with millis()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0E7C86"/>
                </a:solidFill>
                <a:latin typeface="Calibri"/>
              </a:defRPr>
            </a:pPr>
            <a:r>
              <a:rPr sz="1300" b="1">
                <a:solidFill>
                  <a:srgbClr val="0E7C86"/>
                </a:solidFill>
                <a:latin typeface="Calibri"/>
              </a:rPr>
              <a:t>many jobs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91256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0E7C86"/>
                </a:solidFill>
                <a:latin typeface="Calibri"/>
              </a:defRPr>
            </a:pPr>
            <a:r>
              <a:rPr sz="11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319272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575304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B46A0F"/>
                </a:solidFill>
                <a:latin typeface="Calibri"/>
              </a:defRPr>
            </a:pPr>
            <a:r>
              <a:rPr sz="11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3703320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395935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1F3A5F"/>
                </a:solidFill>
                <a:latin typeface="Calibri"/>
              </a:defRPr>
            </a:pPr>
            <a:r>
              <a:rPr sz="11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087368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34340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471416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4800600"/>
            <a:ext cx="8503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0E7C86"/>
                </a:solidFill>
                <a:latin typeface="Calibri"/>
              </a:defRPr>
            </a:pPr>
            <a:r>
              <a:rPr sz="11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if (myController-&gt;x()) lightsOn = !lightsOn;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wasDown = isDown;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Press the LEFT face button (marked Y on most Switch pads)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Now press the TOP face button (marked X on most Switch pads) ONCE and read the Serial Monitor.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3.  Press the LEFT face button (marked Y on most Switch pads) to toggle the 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0672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854196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pathfinder_nintendoswitch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28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0E7C86"/>
                </a:solidFill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2130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600200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655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1F3A5F"/>
                </a:solidFill>
                <a:latin typeface="Consolas"/>
              </a:defRPr>
            </a:pPr>
            <a:r>
              <a:rPr sz="11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3273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74320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798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77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B46A0F"/>
                </a:solidFill>
                <a:latin typeface="Consolas"/>
              </a:defRPr>
            </a:pPr>
            <a:r>
              <a:rPr sz="11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416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886200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941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029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the whole cycle is 20 ms, repeated 50 times a second, whatever the pulse length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12080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Toggled with the TOP face button (marked X on most Switch pads).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turnMax is normally MOTOR_MAX / 2, which makes the vehicle easy to aim. clicking the left stick in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pathfinder_nintendoswitch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Open pathfinder_nintendoswitch.ino.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Paste your MY_CONTROLLER line into the top.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0672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854196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Take it further  -  projects that fit on this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Each of these is a real addition to the program you now understand. Pick one and build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LOW BATTERY WARNING.  Flash the LEDs yellow below 12 volts and red below 10. A 4S pack should never be run flat, and the vehicle is in a better position to notice than you are.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COLLISION WARNING.  An ultrasonic range finder on the top plate. Closer than 20 inches: stop the motors, flash red, wait three seconds, then carry on.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AUTOMATIC LIGHTS.  You already switch the turn signals from the stick. Add reversing beeps, hazard lights, or headlights that come on only when the vehicle is moving.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WAYPOINT NAVIGATION.  Lesson 2 drove one square. Give the program a LIST of moves - distance and heading - and drive a course you typed in rather than one that was hard-coded.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SERVO PAN AND TILT.  Two servos and a bracket, aimed with the right stick. The mount points are already on the top plate.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All five are within reach of what you learned in five lessons. The range finder and the servos are the two the kit already has parts for.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settings saved to EEPROM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What you have actually practised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A servo is centred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