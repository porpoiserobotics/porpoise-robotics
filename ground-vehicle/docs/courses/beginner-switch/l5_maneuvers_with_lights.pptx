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centers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centers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centerd when the stick is not pushed its 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400" b="1">
                <a:solidFill>
                  <a:srgbClr val="1F3A5F"/>
                </a:solidFill>
                <a:latin typeface="Calibri"/>
              </a:defRPr>
            </a:pPr>
            <a:r>
              <a:rPr sz="2400" b="1">
                <a:solidFill>
                  <a:srgbClr val="1F3A5F"/>
                </a:solidFill>
                <a:latin typeface="Calibri"/>
              </a:rPr>
              <a:t>Putting it all together  -  read pathfinder_nintendoswitch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2501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92734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practiced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centerd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