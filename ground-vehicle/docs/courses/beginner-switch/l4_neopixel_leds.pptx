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4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Each of the three LEDs inside a pixel draws about 20 mA at full brightness.</a:t>
            </a:r>
          </a:p>
          <a:p>
            <a:pPr lvl="1" algn="l">
              <a:lnSpc>
                <a:spcPct val="100000"/>
              </a:lnSpc>
              <a:spcAft>
                <a:spcPts val="800"/>
              </a:spcAft>
              <a:defRPr sz="2000" b="0">
                <a:solidFill>
                  <a:srgbClr val="222222"/>
                </a:solidFill>
                <a:latin typeface="Calibri"/>
              </a:defRPr>
            </a:pPr>
            <a:r>
              <a:rPr sz="2000" b="0">
                <a:solidFill>
                  <a:srgbClr val="222222"/>
                </a:solidFill>
                <a:latin typeface="Calibri"/>
              </a:rPr>
              <a:t>One pixel, full white:  3 x 20 = 60 mA</a:t>
            </a:r>
          </a:p>
          <a:p>
            <a:pPr lvl="1" algn="l">
              <a:lnSpc>
                <a:spcPct val="100000"/>
              </a:lnSpc>
              <a:spcAft>
                <a:spcPts val="800"/>
              </a:spcAft>
              <a:defRPr sz="2000" b="0">
                <a:solidFill>
                  <a:srgbClr val="222222"/>
                </a:solidFill>
                <a:latin typeface="Calibri"/>
              </a:defRPr>
            </a:pPr>
            <a:r>
              <a:rPr sz="2000" b="0">
                <a:solidFill>
                  <a:srgbClr val="222222"/>
                </a:solidFill>
                <a:latin typeface="Calibri"/>
              </a:rPr>
              <a:t>All 32, full white:  32 x 60 = 1920 mA</a:t>
            </a:r>
          </a:p>
          <a:p>
            <a:pPr lvl="1" algn="l">
              <a:lnSpc>
                <a:spcPct val="100000"/>
              </a:lnSpc>
              <a:spcAft>
                <a:spcPts val="800"/>
              </a:spcAft>
              <a:defRPr sz="2000" b="0">
                <a:solidFill>
                  <a:srgbClr val="222222"/>
                </a:solidFill>
                <a:latin typeface="Calibri"/>
              </a:defRPr>
            </a:pPr>
            <a:r>
              <a:rPr sz="2000" b="0">
                <a:solidFill>
                  <a:srgbClr val="222222"/>
                </a:solidFill>
                <a:latin typeface="Calibri"/>
              </a:rPr>
              <a:t>Nearly two amps.</a:t>
            </a:r>
          </a:p>
          <a:p>
            <a:pPr lvl="1" algn="l">
              <a:lnSpc>
                <a:spcPct val="100000"/>
              </a:lnSpc>
              <a:spcAft>
                <a:spcPts val="800"/>
              </a:spcAft>
              <a:defRPr sz="2000" b="0">
                <a:solidFill>
                  <a:srgbClr val="222222"/>
                </a:solidFill>
                <a:latin typeface="Calibri"/>
              </a:defRPr>
            </a:pPr>
            <a:r>
              <a:rPr sz="2000" b="0">
                <a:solidFill>
                  <a:srgbClr val="222222"/>
                </a:solidFill>
                <a:latin typeface="Calibri"/>
              </a:rPr>
              <a:t>At 5 volts:  1920 mA x 5 V = 9.6 watts</a:t>
            </a:r>
          </a:p>
          <a:p>
            <a:pPr algn="l">
              <a:lnSpc>
                <a:spcPct val="100000"/>
              </a:lnSpc>
              <a:spcAft>
                <a:spcPts val="800"/>
              </a:spcAft>
              <a:defRPr sz="2000" b="0">
                <a:solidFill>
                  <a:srgbClr val="222222"/>
                </a:solidFill>
                <a:latin typeface="Calibri"/>
              </a:defRPr>
            </a:pPr>
            <a:r>
              <a:rPr sz="2000" b="0">
                <a:solidFill>
                  <a:srgbClr val="222222"/>
                </a:solidFill>
                <a:latin typeface="Calibri"/>
              </a:rPr>
              <a:t>That is real heat through a small board.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