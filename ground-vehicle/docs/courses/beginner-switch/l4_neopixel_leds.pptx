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a:p>
            <a:r>
              <a:rPr sz="1200">
                <a:latin typeface="Calibri"/>
              </a:rPr>
              <a:t>The photograph is a stick of eight rather than a single pixel, and the back is worth pointing at: DI at one end, DO at the other, and 5 V and ground shared down the whole strip. That is the chain,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pic>
        <p:nvPicPr>
          <p:cNvPr id="7" name="Picture 6" descr="ws2812b-stick-8.jpg"/>
          <p:cNvPicPr>
            <a:picLocks noChangeAspect="1"/>
          </p:cNvPicPr>
          <p:nvPr/>
        </p:nvPicPr>
        <p:blipFill>
          <a:blip r:embed="rId2"/>
          <a:stretch>
            <a:fillRect/>
          </a:stretch>
        </p:blipFill>
        <p:spPr>
          <a:xfrm>
            <a:off x="8130587" y="1188720"/>
            <a:ext cx="3313185" cy="3291840"/>
          </a:xfrm>
          <a:prstGeom prst="rect">
            <a:avLst/>
          </a:prstGeom>
        </p:spPr>
      </p:pic>
      <p:sp>
        <p:nvSpPr>
          <p:cNvPr id="8" name="TextBox 7"/>
          <p:cNvSpPr txBox="1"/>
          <p:nvPr/>
        </p:nvSpPr>
        <p:spPr>
          <a:xfrm>
            <a:off x="8130587" y="4535424"/>
            <a:ext cx="331318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Eight WS2812Bs, front and back: 5 V, ground, DI, DO</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rgb-additive-mixing.png"/>
          <p:cNvPicPr>
            <a:picLocks noChangeAspect="1"/>
          </p:cNvPicPr>
          <p:nvPr/>
        </p:nvPicPr>
        <p:blipFill>
          <a:blip r:embed="rId2"/>
          <a:stretch>
            <a:fillRect/>
          </a:stretch>
        </p:blipFill>
        <p:spPr>
          <a:xfrm>
            <a:off x="3924147" y="1188720"/>
            <a:ext cx="434340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