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two triggers are ANALOG on this track as well. Bluepad32 gives them to you as brake() and throttle() with a range, not as pressed-or-not. The face buttons, unlike a PS3 pad, really are digital.</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centered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3881628"/>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881628"/>
          </a:xfrm>
          <a:prstGeom prst="rect">
            <a:avLst/>
          </a:prstGeom>
          <a:noFill/>
        </p:spPr>
        <p:txBody>
          <a:bodyPr wrap="square" lIns="0" tIns="0" rIns="0" bIns="0">
            <a:spAutoFit/>
          </a:bodyPr>
          <a:lstStyle/>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uni_bt_allowlist_add_addr(myControllerAddress);</a:t>
            </a:r>
          </a:p>
          <a:p>
            <a:pPr lvl="1" algn="l">
              <a:lnSpc>
                <a:spcPct val="100000"/>
              </a:lnSpc>
              <a:spcAft>
                <a:spcPts val="5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035808"/>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035808"/>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4919472"/>
            <a:ext cx="11185855" cy="1344168"/>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myController-&gt;x()</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-512 to +511.</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Bluepad32 reports them as brake() and throttle(), not as buttons.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60, which is about 12%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408.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223 and 224: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224: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 Every time you upload a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If you take one habit away from this course, take this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centered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