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You know how an H-bridge reverses a motor, and how PWM sets its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measured your own vehicle's minimum turning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drove a square you calculated, and found out why it did not close.</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 button is either pressed or it is not. true or false.</a:t>
            </a:r>
          </a:p>
          <a:p>
            <a:pPr algn="l">
              <a:lnSpc>
                <a:spcPct val="100000"/>
              </a:lnSpc>
              <a:spcAft>
                <a:spcPts val="800"/>
              </a:spcAft>
              <a:defRPr sz="2000" b="0">
                <a:solidFill>
                  <a:srgbClr val="222222"/>
                </a:solidFill>
                <a:latin typeface="Calibri"/>
              </a:defRPr>
            </a:pPr>
            <a:r>
              <a:rPr sz="2000" b="0">
                <a:solidFill>
                  <a:srgbClr val="222222"/>
                </a:solidFill>
                <a:latin typeface="Calibri"/>
              </a:rPr>
              <a:t>Face buttons, D-pad, shoulders, triggers, and clicking the sticks in.</a:t>
            </a:r>
          </a:p>
          <a:p>
            <a:pPr algn="l">
              <a:lnSpc>
                <a:spcPct val="100000"/>
              </a:lnSpc>
              <a:spcAft>
                <a:spcPts val="800"/>
              </a:spcAft>
              <a:defRPr sz="2000" b="0">
                <a:solidFill>
                  <a:srgbClr val="222222"/>
                </a:solidFill>
                <a:latin typeface="Calibri"/>
              </a:defRPr>
            </a:pPr>
            <a:r>
              <a:rPr sz="2000" b="0">
                <a:solidFill>
                  <a:srgbClr val="222222"/>
                </a:solidFill>
                <a:latin typeface="Calibri"/>
              </a:rPr>
              <a:t>Good for: on/off, mode changes, one-shot actions.</a:t>
            </a:r>
          </a:p>
          <a:p>
            <a:pPr algn="l">
              <a:lnSpc>
                <a:spcPct val="100000"/>
              </a:lnSpc>
              <a:spcAft>
                <a:spcPts val="800"/>
              </a:spcAft>
              <a:defRPr sz="2000" b="0">
                <a:solidFill>
                  <a:srgbClr val="222222"/>
                </a:solidFill>
                <a:latin typeface="Calibri"/>
              </a:defRPr>
            </a:pPr>
          </a:p>
          <a:p>
            <a:pPr algn="l">
              <a:lnSpc>
                <a:spcPct val="100000"/>
              </a:lnSpc>
              <a:spcAft>
                <a:spcPts val="800"/>
              </a:spcAft>
              <a:defRPr sz="2000" b="0">
                <a:solidFill>
                  <a:srgbClr val="222222"/>
                </a:solidFill>
                <a:latin typeface="Calibri"/>
              </a:defRPr>
            </a:pPr>
            <a:r>
              <a:rPr sz="2000" b="0">
                <a:solidFill>
                  <a:srgbClr val="222222"/>
                </a:solidFill>
                <a:latin typeface="Calibri"/>
              </a:rPr>
              <a:t>On this track:</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8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800"/>
              </a:spcAft>
              <a:defRPr sz="1800" b="0">
                <a:solidFill>
                  <a:srgbClr val="222222"/>
                </a:solidFill>
                <a:latin typeface="Calibri"/>
              </a:defRPr>
            </a:pPr>
            <a:r>
              <a:rPr sz="1800" b="0">
                <a:solidFill>
                  <a:srgbClr val="222222"/>
                </a:solidFill>
                <a:latin typeface="Calibri"/>
              </a:rPr>
              <a:t>4.  Push the left stick fully UP. Positive or negative?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way is negative on the Y axis?</a:t>
            </a:r>
          </a:p>
          <a:p>
            <a:pPr algn="l">
              <a:lnSpc>
                <a:spcPct val="100000"/>
              </a:lnSpc>
              <a:spcAft>
                <a:spcPts val="300"/>
              </a:spcAft>
              <a:defRPr sz="2600" b="0">
                <a:solidFill>
                  <a:srgbClr val="222222"/>
                </a:solidFill>
                <a:latin typeface="Calibri"/>
              </a:defRPr>
            </a:pPr>
            <a:r>
              <a:rPr sz="2600" b="0">
                <a:solidFill>
                  <a:srgbClr val="222222"/>
                </a:solidFill>
                <a:latin typeface="Calibri"/>
              </a:rPr>
              <a:t>How far does your stick drift when nobody is touching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11185855"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8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800"/>
              </a:spcAft>
              <a:defRPr sz="1800" b="0">
                <a:solidFill>
                  <a:srgbClr val="222222"/>
                </a:solidFill>
                <a:latin typeface="Calibri"/>
              </a:defRPr>
            </a:pPr>
            <a:r>
              <a:rPr sz="1800" b="0">
                <a:solidFill>
                  <a:srgbClr val="222222"/>
                </a:solidFill>
                <a:latin typeface="Calibri"/>
              </a:rPr>
              <a:t>7.  Copy the MY_CONTROLLER line it prints. You need it all 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60, which is about 12%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800"/>
              </a:spcAft>
              <a:defRPr sz="1800" b="0">
                <a:solidFill>
                  <a:srgbClr val="222222"/>
                </a:solidFill>
                <a:latin typeface="Calibri"/>
              </a:defRPr>
            </a:pPr>
            <a:r>
              <a:rPr sz="18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800"/>
              </a:spcAft>
              <a:defRPr sz="1800" b="0">
                <a:solidFill>
                  <a:srgbClr val="222222"/>
                </a:solidFill>
                <a:latin typeface="Calibri"/>
              </a:defRPr>
            </a:pPr>
            <a:r>
              <a:rPr sz="1800" b="0">
                <a:solidFill>
                  <a:srgbClr val="222222"/>
                </a:solidFill>
                <a:latin typeface="Calibri"/>
              </a:rPr>
              <a:t>4.  Set it to 408. How much of the stick is now wasted?</a:t>
            </a:r>
          </a:p>
          <a:p>
            <a:pPr algn="l">
              <a:lnSpc>
                <a:spcPct val="100000"/>
              </a:lnSpc>
              <a:spcAft>
                <a:spcPts val="8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With the deadzone at 0, what does the vehicle do when nobody is holding the controller?</a:t>
            </a:r>
          </a:p>
          <a:p>
            <a:pPr algn="l">
              <a:lnSpc>
                <a:spcPct val="100000"/>
              </a:lnSpc>
              <a:spcAft>
                <a:spcPts val="300"/>
              </a:spcAft>
              <a:defRPr sz="2000" b="0">
                <a:solidFill>
                  <a:srgbClr val="222222"/>
                </a:solidFill>
                <a:latin typeface="Calibri"/>
              </a:defRPr>
            </a:pPr>
            <a:r>
              <a:rPr sz="20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What happened when the controller switched off, and which four lines made that happen?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