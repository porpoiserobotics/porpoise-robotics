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388162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881628"/>
          </a:xfrm>
          <a:prstGeom prst="rect">
            <a:avLst/>
          </a:prstGeom>
          <a:noFill/>
        </p:spPr>
        <p:txBody>
          <a:bodyPr wrap="square" lIns="0" tIns="0" rIns="0" bIns="0">
            <a:spAutoFit/>
          </a:bodyPr>
          <a:lstStyle/>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03580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035808"/>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