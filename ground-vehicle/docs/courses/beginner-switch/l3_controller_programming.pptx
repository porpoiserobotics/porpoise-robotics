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two triggers are ANALOG on this track as well. Bluepad32 gives them to you as brake() and throttle() with a range, not as pressed-or-not. The face buttons, unlike a PS3 pad, really are digital.</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So on this track, the VEHICLE is told which controller address it will accept.</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uni_bt_allowlist_add_addr(myControllerAddress);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myController-&gt;x()</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Bluepad32 reports them as brake() and throttle(), not as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60, which is about 12%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223 and 224: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224: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