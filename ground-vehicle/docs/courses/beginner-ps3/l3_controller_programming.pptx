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pairing the pad</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So on this track, the CONTROLLER is told which Bluetooth address to talk to.</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The tool is SixaxisPairTool, on a Windows PC, over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1.  Plug the controller into a Windows PC with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2.  Open SixaxisPairTool. It shows the current master address.</a:t>
            </a:r>
          </a:p>
          <a:p>
            <a:pPr lvl="1" algn="l">
              <a:lnSpc>
                <a:spcPct val="100000"/>
              </a:lnSpc>
              <a:spcAft>
                <a:spcPts val="600"/>
              </a:spcAft>
              <a:defRPr sz="1300" b="0">
                <a:solidFill>
                  <a:srgbClr val="222222"/>
                </a:solidFill>
                <a:latin typeface="Calibri"/>
              </a:defRPr>
            </a:pPr>
            <a:r>
              <a:rPr sz="1300" b="0">
                <a:solidFill>
                  <a:srgbClr val="222222"/>
                </a:solidFill>
                <a:latin typeface="Calibri"/>
              </a:rPr>
              <a:t>3.  Type in the address you want and click Update.</a:t>
            </a:r>
          </a:p>
          <a:p>
            <a:pPr lvl="1" algn="l">
              <a:lnSpc>
                <a:spcPct val="100000"/>
              </a:lnSpc>
              <a:spcAft>
                <a:spcPts val="600"/>
              </a:spcAft>
              <a:defRPr sz="1300" b="0">
                <a:solidFill>
                  <a:srgbClr val="222222"/>
                </a:solidFill>
                <a:latin typeface="Calibri"/>
              </a:defRPr>
            </a:pPr>
            <a:r>
              <a:rPr sz="1300" b="0">
                <a:solidFill>
                  <a:srgbClr val="222222"/>
                </a:solidFill>
                <a:latin typeface="Calibri"/>
              </a:rPr>
              <a:t>4.  Put that same address into PS3_MAC_ADDRESS in the sketch.</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Give every vehicle in the room a different one. If two vehicles share an address, one controller drives both of them.</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348284" y="2267712"/>
            <a:ext cx="5495126" cy="3648456"/>
          </a:xfrm>
          <a:prstGeom prst="rect">
            <a:avLst/>
          </a:prstGeom>
        </p:spPr>
      </p:pic>
      <p:sp>
        <p:nvSpPr>
          <p:cNvPr id="8" name="TextBox 7"/>
          <p:cNvSpPr txBox="1"/>
          <p:nvPr/>
        </p:nvSpPr>
        <p:spPr>
          <a:xfrm>
            <a:off x="502920" y="5971032"/>
            <a:ext cx="11185855" cy="310896"/>
          </a:xfrm>
          <a:prstGeom prst="rect">
            <a:avLst/>
          </a:prstGeom>
          <a:noFill/>
        </p:spPr>
        <p:txBody>
          <a:bodyPr wrap="square" lIns="0" tIns="0" rIns="0" bIns="0">
            <a:spAutoFit/>
          </a:bodyPr>
          <a:lstStyle/>
          <a:p>
            <a:pPr algn="ctr">
              <a:lnSpc>
                <a:spcPct val="100000"/>
              </a:lnSpc>
              <a:spcAft>
                <a:spcPts val="600"/>
              </a:spcAft>
              <a:defRPr sz="1000" b="0">
                <a:solidFill>
                  <a:srgbClr val="666666"/>
                </a:solidFill>
                <a:latin typeface="Calibri"/>
              </a:defRPr>
            </a:pPr>
            <a:r>
              <a:rPr sz="10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Ps3.data.button.square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-128 to +127.</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Press the PS button on the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Squeeze L2 slowly. It is not just on or off - watch the number.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20, which is about 16%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127</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887560"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2156040"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20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127,</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101.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