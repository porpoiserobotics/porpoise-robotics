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 and name the parts.</a:t>
            </a:r>
          </a:p>
          <a:p>
            <a:r>
              <a:rPr sz="1200">
                <a:latin typeface="Calibri"/>
              </a:rPr>
              <a:t>Tell them they are about to press every single one of these and see what the program calls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Mixing forward and turn</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Upload l3c_tank_drive. Drive it</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CONTROLLER is told which Bluetooth address to talk to.</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tool is SixaxisPairTool, on a Windows PC, over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1.  Plug the controller into a Windows PC with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2.  Open SixaxisPairTool. It shows the current master 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3.  Type in the address you want and click Update.</a:t>
            </a:r>
          </a:p>
          <a:p>
            <a:pPr lvl="1" algn="l">
              <a:lnSpc>
                <a:spcPct val="100000"/>
              </a:lnSpc>
              <a:spcAft>
                <a:spcPts val="900"/>
              </a:spcAft>
              <a:defRPr sz="1800" b="0">
                <a:solidFill>
                  <a:srgbClr val="222222"/>
                </a:solidFill>
                <a:latin typeface="Calibri"/>
              </a:defRPr>
            </a:pPr>
            <a:r>
              <a:rPr sz="1800" b="0">
                <a:solidFill>
                  <a:srgbClr val="222222"/>
                </a:solidFill>
                <a:latin typeface="Calibri"/>
              </a:rPr>
              <a:t>4.  Put that same address into PS3_MAC_ADDRESS in the sketch.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2" y="2267712"/>
            <a:ext cx="4916691"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-128 to +127.</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20, which is about 16% of the stick travel.</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