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75%.</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The answer to question 7, in full:  if (!Ps3.isConnected()) { drive(0, 0); return; }  - four lines if you count the closing brace, and they go at the very top of loop().</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75%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75% of that by default - 191.</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Holding steering to 75%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975649"/>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A vehicle that goes where you point it.</a:t>
            </a:r>
          </a:p>
        </p:txBody>
      </p:sp>
      <p:sp>
        <p:nvSpPr>
          <p:cNvPr id="10" name="TextBox 9"/>
          <p:cNvSpPr txBox="1"/>
          <p:nvPr/>
        </p:nvSpPr>
        <p:spPr>
          <a:xfrm>
            <a:off x="7163537" y="33530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55425"/>
            <a:ext cx="4525238" cy="2508214"/>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What happened when the pad went out of range, and which four lines made that happen?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3.  Wheels off the ground, motors running. Carry the pad out of range - round a corner, or thirty feet down the corridor - and watch the wheels stop. Walk back and it picks up again.</a:t>
            </a:r>
          </a:p>
          <a:p>
            <a:pPr lvl="1" algn="l">
              <a:lnSpc>
                <a:spcPct val="100000"/>
              </a:lnSpc>
              <a:spcAft>
                <a:spcPts val="800"/>
              </a:spcAft>
              <a:defRPr sz="1800" b="0">
                <a:solidFill>
                  <a:srgbClr val="222222"/>
                </a:solidFill>
                <a:latin typeface="Calibri"/>
              </a:defRPr>
            </a:pPr>
            <a:r>
              <a:rPr sz="1800" b="0">
                <a:solidFill>
                  <a:srgbClr val="222222"/>
                </a:solidFill>
                <a:latin typeface="Calibri"/>
              </a:rPr>
              <a:t>Neither of these pads has an off switch, so out of range is how you prove the failsafe. Power-cycling the VEHICLE shows the same guard from the other side: the pad is on, the sticks work, and nothing moves until it reconnects.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151 and 152: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152: make it  rightSpeed = forward;  with no turn term. Why is that worse steering?</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and an operator walks further than the radio reaches.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75% of full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