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Ask first, before any of this: hands up for anybody who has met Arduino, the ESP-32, C++ or Ohm's law before. It changes who you pair with whom, and it tells you which of the four objectives is going to be the slow one.</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a:p>
            <a:r>
              <a:rPr sz="1200">
                <a:latin typeface="Calibri"/>
              </a:rPr>
              <a:t>Breaks are about every hour, or wherever the work reaches a natural stop. Say so at the start, so nobody is wondering.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control board.</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240622"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NOT the latest.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pic>
        <p:nvPicPr>
          <p:cNvPr id="7" name="Picture 6" descr="ide-preferences-boards-url.png"/>
          <p:cNvPicPr>
            <a:picLocks noChangeAspect="1"/>
          </p:cNvPicPr>
          <p:nvPr/>
        </p:nvPicPr>
        <p:blipFill>
          <a:blip r:embed="rId2"/>
          <a:stretch>
            <a:fillRect/>
          </a:stretch>
        </p:blipFill>
        <p:spPr>
          <a:xfrm>
            <a:off x="8109302" y="1726708"/>
            <a:ext cx="3579473" cy="2215864"/>
          </a:xfrm>
          <a:prstGeom prst="rect">
            <a:avLst/>
          </a:prstGeom>
        </p:spPr>
      </p:pic>
      <p:sp>
        <p:nvSpPr>
          <p:cNvPr id="8" name="TextBox 7"/>
          <p:cNvSpPr txBox="1"/>
          <p:nvPr/>
        </p:nvSpPr>
        <p:spPr>
          <a:xfrm>
            <a:off x="8109302" y="3997436"/>
            <a:ext cx="3579473"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"Additional board manager URLs" 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PS3 Controller Host</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 + PS3 Controller Host</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pathfinder_ps3</a:t>
                      </a:r>
                    </a:p>
                  </a:txBody>
                  <a:tcPr marL="73152" marT="18288" marB="18288">
                    <a:solidFill>
                      <a:srgbClr val="FFFFFF"/>
                    </a:solidFill>
                  </a:tcPr>
                </a:tc>
                <a:tc>
                  <a:txBody>
                    <a:bodyPr/>
                    <a:lstStyle/>
                    <a:p>
                      <a:r>
                        <a:rPr sz="2000">
                          <a:solidFill>
                            <a:srgbClr val="222222"/>
                          </a:solidFill>
                          <a:latin typeface="Calibri"/>
                        </a:rPr>
                        <a:t>Adafruit NeoPixel + PS3 Controller Host</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