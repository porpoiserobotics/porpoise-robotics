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7" name="Picture 6" descr="vehicle-with-ps3-control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543" y="2267712"/>
            <a:ext cx="4864608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71032"/>
            <a:ext cx="1118585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alibri"/>
              </a:defRPr>
            </a:pPr>
            <a:r>
              <a:rPr sz="11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strip.setBrightness(60);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