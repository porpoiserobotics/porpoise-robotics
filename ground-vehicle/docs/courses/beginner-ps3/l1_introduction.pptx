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PS3 Controller Host</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 + PS3 Controller Host</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pathfinder_ps3</a:t>
                      </a:r>
                    </a:p>
                  </a:txBody>
                  <a:tcPr marL="73152" marT="18288" marB="18288">
                    <a:solidFill>
                      <a:srgbClr val="FFFFFF"/>
                    </a:solidFill>
                  </a:tcPr>
                </a:tc>
                <a:tc>
                  <a:txBody>
                    <a:bodyPr/>
                    <a:lstStyle/>
                    <a:p>
                      <a:r>
                        <a:rPr sz="2000">
                          <a:solidFill>
                            <a:srgbClr val="222222"/>
                          </a:solidFill>
                          <a:latin typeface="Calibri"/>
                        </a:rPr>
                        <a:t>Adafruit NeoPixel + PS3 Controller Host</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