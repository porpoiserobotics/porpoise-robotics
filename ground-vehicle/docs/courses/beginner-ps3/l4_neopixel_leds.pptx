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colours.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colour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colour.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Design a pattern of your own</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lvl="1" algn="l">
              <a:lnSpc>
                <a:spcPct val="100000"/>
              </a:lnSpc>
              <a:spcAft>
                <a:spcPts val="900"/>
              </a:spcAft>
              <a:defRPr sz="1800" b="0">
                <a:solidFill>
                  <a:srgbClr val="222222"/>
                </a:solidFill>
                <a:latin typeface="Calibri"/>
              </a:defRPr>
            </a:pPr>
            <a:r>
              <a:rPr sz="1800" b="0">
                <a:solidFill>
                  <a:srgbClr val="222222"/>
                </a:solidFill>
                <a:latin typeface="Calibri"/>
              </a:rPr>
              <a:t>A stoplight - the front bar red, then amber, then green, on a timer, with the rear bar showing the same 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D-pad quadrants - press up, right, down or left and light only that quarter of the vehicle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lesson.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