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ledcAttach(pin, freq, bits);</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ledcWrite(pin,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meters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