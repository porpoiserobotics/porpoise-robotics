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7" name="Picture 6" descr="vehicle-top-plate-esp32.jpg"/>
          <p:cNvPicPr>
            <a:picLocks noChangeAspect="1"/>
          </p:cNvPicPr>
          <p:nvPr/>
        </p:nvPicPr>
        <p:blipFill>
          <a:blip r:embed="rId2"/>
          <a:stretch>
            <a:fillRect/>
          </a:stretch>
        </p:blipFill>
        <p:spPr>
          <a:xfrm>
            <a:off x="7223760" y="1371600"/>
            <a:ext cx="4480560" cy="3718637"/>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ledcAttach(pin, freq, bits);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ledcWrite(pin,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lets you talk straight to the pin.</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