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pathfinder_ps3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pathfinder_ps3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81912"/>
            <a:ext cx="164592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one job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36392"/>
            <a:ext cx="164592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many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91256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19272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575304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3703320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3959352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087368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343400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471416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4800600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(Ps3.data.button.square)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wasDown = isDown;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Press SQUARE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Now press TRIANGLE ONCE and read the Serial Monitor.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SQUARE to toggle the lights.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pathfinder_ps3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Toggled with TRIANGLE.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is normally MOTOR_MAX / 2, which makes the vehicle easy to aim. L3 (click the left stick in)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pathfinder_ps3.ino.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Set PS3_MAC_ADDRESS to your vehicle's address.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