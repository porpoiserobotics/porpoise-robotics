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pathfinder_ps3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why delay() breaks a program that has to do two things at once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Write the millis() pattern from memory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Detect the edge of a button press, and say what happens without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Explain what a dirty flag saves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Drive the vehicle with its full lighting behaviour running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Calibrate your vehicle's speed and race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maths that predicts where the vehicle ends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4  -  addressable LEDs, colour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328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the full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81912"/>
            <a:ext cx="164592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with delay()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one job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A32A2A"/>
                </a:solidFill>
                <a:latin typeface="Calibri"/>
              </a:defRPr>
            </a:pPr>
            <a:r>
              <a:rPr sz="18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36392"/>
            <a:ext cx="164592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with millis()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many jobs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91256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319272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575304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B46A0F"/>
                </a:solidFill>
                <a:latin typeface="Calibri"/>
              </a:defRPr>
            </a:pPr>
            <a:r>
              <a:rPr sz="18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3703320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3959352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F3A5F"/>
                </a:solidFill>
                <a:latin typeface="Calibri"/>
              </a:defRPr>
            </a:pPr>
            <a:r>
              <a:rPr sz="18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087368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343400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471416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4800600"/>
            <a:ext cx="85039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Edge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(Ps3.data.button.square) lightsOn = !lightsOn;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wasDown = isDown;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Press SQUARE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Now press TRIANGLE ONCE and read the Serial Monitor.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SQUARE to toggle the lights.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pathfinder_ps3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28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130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600200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655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3273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74320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798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77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416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886200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941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029200"/>
            <a:ext cx="73152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second, whatever the pulse length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Toggled with TRIANGLE.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turnMax is normally MOTOR_MAX / 2, which makes the vehicle easy to aim. L3 (click the left stick in)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8644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pathfinder_ps3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pathfinder_ps3.ino.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Set PS3_MAC_ADDRESS to your vehicle's address.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pathfinder_ps3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600" b="1">
                <a:solidFill>
                  <a:srgbClr val="1F3A5F"/>
                </a:solidFill>
                <a:latin typeface="Calibri"/>
              </a:defRPr>
            </a:pPr>
            <a:r>
              <a:rPr sz="2600" b="1">
                <a:solidFill>
                  <a:srgbClr val="1F3A5F"/>
                </a:solidFill>
                <a:latin typeface="Calibri"/>
              </a:rPr>
              <a:t>Take it further  -  projects that fit on this vehicle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Straight on from here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saved to EEPROM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you have actually practised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 servo is centred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