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one, and it is the real program.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pathfinder_ps3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side-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(Ps3.data.button.square)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1.  Upload it.</a:t>
            </a:r>
          </a:p>
          <a:p>
            <a:pPr algn="l">
              <a:lnSpc>
                <a:spcPct val="100000"/>
              </a:lnSpc>
              <a:spcAft>
                <a:spcPts val="800"/>
              </a:spcAft>
              <a:defRPr sz="2200" b="0">
                <a:solidFill>
                  <a:srgbClr val="222222"/>
                </a:solidFill>
                <a:latin typeface="Calibri"/>
              </a:defRPr>
            </a:pPr>
            <a:r>
              <a:rPr sz="2200" b="0">
                <a:solidFill>
                  <a:srgbClr val="222222"/>
                </a:solidFill>
                <a:latin typeface="Calibri"/>
              </a:rPr>
              <a:t>2.  Press SQUARE a few times. One press, one change, every time.</a:t>
            </a:r>
          </a:p>
          <a:p>
            <a:pPr algn="l">
              <a:lnSpc>
                <a:spcPct val="100000"/>
              </a:lnSpc>
              <a:spcAft>
                <a:spcPts val="800"/>
              </a:spcAft>
              <a:defRPr sz="2200" b="0">
                <a:solidFill>
                  <a:srgbClr val="222222"/>
                </a:solidFill>
                <a:latin typeface="Calibri"/>
              </a:defRPr>
            </a:pPr>
            <a:r>
              <a:rPr sz="2200" b="0">
                <a:solidFill>
                  <a:srgbClr val="222222"/>
                </a:solidFill>
                <a:latin typeface="Calibri"/>
              </a:rPr>
              <a:t>3.  Now press TRIANGLE ONCE and read the Serial Monitor.</a:t>
            </a:r>
          </a:p>
          <a:p>
            <a:pPr algn="l">
              <a:lnSpc>
                <a:spcPct val="100000"/>
              </a:lnSpc>
              <a:spcAft>
                <a:spcPts val="800"/>
              </a:spcAft>
              <a:defRPr sz="2200" b="0">
                <a:solidFill>
                  <a:srgbClr val="222222"/>
                </a:solidFill>
                <a:latin typeface="Calibri"/>
              </a:defRPr>
            </a:pPr>
            <a:r>
              <a:rPr sz="2200" b="0">
                <a:solidFill>
                  <a:srgbClr val="222222"/>
                </a:solidFill>
                <a:latin typeface="Calibri"/>
              </a:rPr>
              <a:t>4.  How many times did one press register?</a:t>
            </a:r>
          </a:p>
          <a:p>
            <a:pPr algn="l">
              <a:lnSpc>
                <a:spcPct val="100000"/>
              </a:lnSpc>
              <a:spcAft>
                <a:spcPts val="800"/>
              </a:spcAft>
              <a:defRPr sz="2200" b="0">
                <a:solidFill>
                  <a:srgbClr val="222222"/>
                </a:solidFill>
                <a:latin typeface="Calibri"/>
              </a:defRPr>
            </a:pPr>
            <a:r>
              <a:rPr sz="2200" b="0">
                <a:solidFill>
                  <a:srgbClr val="222222"/>
                </a:solidFill>
                <a:latin typeface="Calibri"/>
              </a:rPr>
              <a:t>5.  Hold the good button down for five seconds. Does anything extra happen? Should it?</a:t>
            </a:r>
          </a:p>
          <a:p>
            <a:pPr algn="l">
              <a:lnSpc>
                <a:spcPct val="100000"/>
              </a:lnSpc>
              <a:spcAft>
                <a:spcPts val="800"/>
              </a:spcAft>
              <a:defRPr sz="2200" b="0">
                <a:solidFill>
                  <a:srgbClr val="222222"/>
                </a:solidFill>
                <a:latin typeface="Calibri"/>
              </a:defRPr>
            </a:pPr>
            <a:r>
              <a:rPr sz="22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8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800"/>
              </a:spcAft>
              <a:defRPr sz="1800" b="0">
                <a:solidFill>
                  <a:srgbClr val="222222"/>
                </a:solidFill>
                <a:latin typeface="Calibri"/>
              </a:defRPr>
            </a:pPr>
            <a:r>
              <a:rPr sz="1800" b="0">
                <a:solidFill>
                  <a:srgbClr val="222222"/>
                </a:solidFill>
                <a:latin typeface="Calibri"/>
              </a:rPr>
              <a:t>3.  Press SQUARE to toggle the lights.</a:t>
            </a:r>
          </a:p>
          <a:p>
            <a:pPr algn="l">
              <a:lnSpc>
                <a:spcPct val="100000"/>
              </a:lnSpc>
              <a:spcAft>
                <a:spcPts val="8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8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pathfinder_ps3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TRIANGLE.</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L3 (click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Putting it all together  -  read pathfinder_ps3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4" name="Rounded Rectangle 13"/>
          <p:cNvSpPr/>
          <p:nvPr/>
        </p:nvSpPr>
        <p:spPr>
          <a:xfrm>
            <a:off x="9568644"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5" name="TextBox 14"/>
          <p:cNvSpPr txBox="1"/>
          <p:nvPr/>
        </p:nvSpPr>
        <p:spPr>
          <a:xfrm>
            <a:off x="9568644"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pathfinder_ps3</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pathfinder_ps3.ino.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Set PS3_MAC_ADDRESS to your vehicle's address.</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until every control is checked.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4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4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4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4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4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4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4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