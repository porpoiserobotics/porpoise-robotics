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centre,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colour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centres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centres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centred when the stick is not pushed its way.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Putting it all together  -  read pathfinder_ps3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