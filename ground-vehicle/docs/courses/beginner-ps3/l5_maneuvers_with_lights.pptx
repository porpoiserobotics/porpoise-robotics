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one, and it is the real program.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4" name="Rounded Rectangle 13"/>
          <p:cNvSpPr/>
          <p:nvPr/>
        </p:nvSpPr>
        <p:spPr>
          <a:xfrm>
            <a:off x="9568644"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5" name="TextBox 14"/>
          <p:cNvSpPr txBox="1"/>
          <p:nvPr/>
        </p:nvSpPr>
        <p:spPr>
          <a:xfrm>
            <a:off x="9568644"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