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16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538728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941064"/>
            <a:ext cx="4525238" cy="2322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9038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281270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683606"/>
            <a:ext cx="4525238" cy="1580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Putting it all together  -  read pathfinder_ps3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347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72489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127232"/>
            <a:ext cx="4525238" cy="1048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