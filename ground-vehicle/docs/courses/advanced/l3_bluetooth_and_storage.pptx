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lvl="1" algn="l">
              <a:lnSpc>
                <a:spcPct val="100000"/>
              </a:lnSpc>
              <a:spcAft>
                <a:spcPts val="900"/>
              </a:spcAft>
              <a:defRPr sz="2000" b="0">
                <a:solidFill>
                  <a:srgbClr val="222222"/>
                </a:solidFill>
                <a:latin typeface="Calibri"/>
              </a:defRPr>
            </a:pPr>
            <a:r>
              <a:rPr sz="2000" b="0">
                <a:solidFill>
                  <a:srgbClr val="222222"/>
                </a:solidFill>
                <a:latin typeface="Calibri"/>
              </a:rPr>
              <a:t>BP32.setup(&amp;onConnectedController, &amp;onDisconnectedController);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You hand Bluepad32 the ADDRESSES of two of your functions. It calls them when something happens. You never call them yourself.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That inversion is worth naming. Normally your code calls a library. With a callback, the library calls your code. It is how every event system works, from button handlers to network stacks.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The practical question is always: WHEN does it run, and what is safe to do in there?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A Switch pad in pairing mode connects to whichever host answers first. Pairing alone does not give you one-vehicle-one-controller.</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allowlist is a guest list checked BEFORE a connection is accepted:</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uni_bt_allowlist_remove_all();</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uni_bt_allowlist_add_addr(address);</a:t>
            </a:r>
          </a:p>
          <a:p>
            <a:pPr lvl="1" algn="l">
              <a:lnSpc>
                <a:spcPct val="100000"/>
              </a:lnSpc>
              <a:spcAft>
                <a:spcPts val="600"/>
              </a:spcAft>
              <a:defRPr sz="2700" b="0">
                <a:solidFill>
                  <a:srgbClr val="222222"/>
                </a:solidFill>
                <a:latin typeface="Calibri"/>
              </a:defRPr>
            </a:pPr>
            <a:r>
              <a:rPr sz="2700" b="0">
                <a:solidFill>
                  <a:srgbClr val="222222"/>
                </a:solidFill>
                <a:latin typeface="Calibri"/>
              </a:rPr>
              <a:t>uni_bt_allowlist_set_enabled(true);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Three consequences:</a:t>
            </a:r>
          </a:p>
          <a:p>
            <a:pPr lvl="1" algn="l">
              <a:lnSpc>
                <a:spcPct val="100000"/>
              </a:lnSpc>
              <a:spcAft>
                <a:spcPts val="600"/>
              </a:spcAft>
              <a:defRPr sz="2400" b="0">
                <a:solidFill>
                  <a:srgbClr val="222222"/>
                </a:solidFill>
                <a:latin typeface="Calibri"/>
              </a:defRPr>
            </a:pPr>
            <a:r>
              <a:rPr sz="2400" b="0">
                <a:solidFill>
                  <a:srgbClr val="222222"/>
                </a:solidFill>
                <a:latin typeface="Calibri"/>
              </a:rPr>
              <a:t>EEPROM.begin(size) must come first, before any get or put.</a:t>
            </a:r>
          </a:p>
          <a:p>
            <a:pPr lvl="1" algn="l">
              <a:lnSpc>
                <a:spcPct val="100000"/>
              </a:lnSpc>
              <a:spcAft>
                <a:spcPts val="600"/>
              </a:spcAft>
              <a:defRPr sz="2400" b="0">
                <a:solidFill>
                  <a:srgbClr val="222222"/>
                </a:solidFill>
                <a:latin typeface="Calibri"/>
              </a:defRPr>
            </a:pPr>
            <a:r>
              <a:rPr sz="2400" b="0">
                <a:solidFill>
                  <a:srgbClr val="222222"/>
                </a:solidFill>
                <a:latin typeface="Calibri"/>
              </a:rPr>
              <a:t>Nothing is stored until EEPROM.commit(). Forgetting it is the single most common cause of "my settings did not save".</a:t>
            </a:r>
          </a:p>
          <a:p>
            <a:pPr lvl="1" algn="l">
              <a:lnSpc>
                <a:spcPct val="100000"/>
              </a:lnSpc>
              <a:spcAft>
                <a:spcPts val="600"/>
              </a:spcAft>
              <a:defRPr sz="2400" b="0">
                <a:solidFill>
                  <a:srgbClr val="222222"/>
                </a:solidFill>
                <a:latin typeface="Calibri"/>
              </a:defRPr>
            </a:pPr>
            <a:r>
              <a:rPr sz="2400" b="0">
                <a:solidFill>
                  <a:srgbClr val="222222"/>
                </a:solidFill>
                <a:latin typeface="Calibri"/>
              </a:rPr>
              <a:t>Flash WEARS OUT - roughly a hundred thousand erase cycles per sector. Plenty for saving when a human asks. Nowhere near enough to commit() inside loop().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Never write on a schedule. Write when something actually changed, and only when a person asked for it.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5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btaddr is a uint8_t[6], already in PRINTED order. Byte 0 prints first.</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Op 11.2 printed it by counting DOWN from byte 5 to byte 0. So the address it showed you was the reverse of the real one.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symptom: you write down the address it printed, paste it into another program, and nothing ever connects. Everything looks correct. The address is simply backwards.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Two lessons:</a:t>
            </a:r>
          </a:p>
          <a:p>
            <a:pPr lvl="1" algn="l">
              <a:lnSpc>
                <a:spcPct val="100000"/>
              </a:lnSpc>
              <a:spcAft>
                <a:spcPts val="900"/>
              </a:spcAft>
              <a:defRPr sz="3000" b="0">
                <a:solidFill>
                  <a:srgbClr val="222222"/>
                </a:solidFill>
                <a:latin typeface="Calibri"/>
              </a:defRPr>
            </a:pPr>
            <a:r>
              <a:rPr sz="3000" b="0">
                <a:solidFill>
                  <a:srgbClr val="222222"/>
                </a:solidFill>
                <a:latin typeface="Calibri"/>
              </a:rPr>
              <a:t>When an address will not work, print it at BOTH ends and compare them character by character.</a:t>
            </a:r>
          </a:p>
          <a:p>
            <a:pPr lvl="1" algn="l">
              <a:lnSpc>
                <a:spcPct val="100000"/>
              </a:lnSpc>
              <a:spcAft>
                <a:spcPts val="900"/>
              </a:spcAft>
              <a:defRPr sz="3000" b="0">
                <a:solidFill>
                  <a:srgbClr val="222222"/>
                </a:solidFill>
                <a:latin typeface="Calibri"/>
              </a:defRPr>
            </a:pPr>
            <a:r>
              <a:rPr sz="3000" b="0">
                <a:solidFill>
                  <a:srgbClr val="222222"/>
                </a:solidFill>
                <a:latin typeface="Calibri"/>
              </a:rPr>
              <a:t>Byte order is a real category of bug. It is why network protocols specify it explicitly, and why the phrase big-endian exists.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