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Six modes, one variable, no delay() anywhere, and geometry that is not symmetric.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Nothing moves today.</a:t>
            </a:r>
          </a:p>
        </p:txBody>
      </p:sp>
      <p:pic>
        <p:nvPicPr>
          <p:cNvPr id="8" name="Picture 7" descr="vehicle-green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59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What a state machine buys you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six modes, and how control passes between them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Non-blocking animation as a discipline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a4a_led_state_machine. Measure the cost of a redraw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Colour helpers, and why they are written out longhand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Turn signal geometry. Upload a4b_turn_signal_larson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 a mode of your own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lighting needs a state machine and not a pile of booleans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Six booleans is 64 combinations. One enum is six.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Suppose you track lighting with flags: lights_on, turning_left, turning_right, scanning, pairing, disconnected.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Six booleans is 64 combinations. Most are nonsense - turning left AND right, pairing AND driving - and every one of them is reachable by a bug.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STATE MACHINE says: the vehicle is in exactly ONE mode. One variable holds it. Each mode knows how to draw itself and when to hand over.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things fall out: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modes can never be half-on at once, because there is one variable and it holds one value.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Adding a mode is one enum value and one branch - not a new combination to test against every existing flag.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enum LEDMode { DISCONNECTED, STANDBY, TURN_LEFT, TURN_RIGHT,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               PAIRING, KITT_SCANNER };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lighting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DISCONNECTED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green pulse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no controller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PAIRING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336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blue breathing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waiting to pair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STANDBY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632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headlights + tail lights</a:t>
            </a:r>
          </a:p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redrawn only when dirty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28016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TURN_LEFT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87452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246888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TURN_RIGHT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06324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amber bar, 3 cycles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3657600"/>
            <a:ext cx="2834640" cy="56692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onsolas"/>
              </a:defRPr>
            </a:pPr>
            <a:r>
              <a:rPr sz="1300" b="1">
                <a:solidFill>
                  <a:srgbClr val="1F3A5F"/>
                </a:solidFill>
                <a:latin typeface="Consolas"/>
              </a:rPr>
              <a:t>KITT_SCANNER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25196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sweeping dot, 3 cycles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520440" y="179222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520440" y="2752344"/>
            <a:ext cx="1188720" cy="960120"/>
          </a:xfrm>
          <a:prstGeom prst="line">
            <a:avLst/>
          </a:prstGeom>
          <a:ln w="22225">
            <a:solidFill>
              <a:srgbClr val="0E7C86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543800" y="156362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543800" y="2752344"/>
            <a:ext cx="1188720" cy="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43800" y="2752344"/>
            <a:ext cx="1188720" cy="118872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3320" y="201168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0E7C86"/>
                </a:solidFill>
                <a:latin typeface="Calibri"/>
              </a:defRPr>
            </a:pPr>
            <a:r>
              <a:rPr sz="1000" b="0">
                <a:solidFill>
                  <a:srgbClr val="0E7C86"/>
                </a:solidFill>
                <a:latin typeface="Calibri"/>
              </a:rPr>
              <a:t>controller</a:t>
            </a:r>
            <a:br/>
            <a:r>
              <a:rPr sz="1000" b="0">
                <a:solidFill>
                  <a:srgbClr val="0E7C86"/>
                </a:solidFill>
                <a:latin typeface="Calibri"/>
              </a:rPr>
              <a:t>connects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828800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B46A0F"/>
                </a:solidFill>
                <a:latin typeface="Calibri"/>
              </a:defRPr>
            </a:pPr>
            <a:r>
              <a:rPr sz="1000" b="0">
                <a:solidFill>
                  <a:srgbClr val="B46A0F"/>
                </a:solidFill>
                <a:latin typeface="Calibri"/>
              </a:rPr>
              <a:t>D-pad</a:t>
            </a:r>
            <a:br/>
            <a:r>
              <a:rPr sz="1000" b="0">
                <a:solidFill>
                  <a:srgbClr val="B46A0F"/>
                </a:solidFill>
                <a:latin typeface="Calibri"/>
              </a:rPr>
              <a:t>or button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402336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each animation counts</a:t>
            </a:r>
            <a:br/>
            <a:r>
              <a:rPr sz="1000" b="0">
                <a:solidFill>
                  <a:srgbClr val="666666"/>
                </a:solidFill>
                <a:latin typeface="Calibri"/>
              </a:rPr>
              <a:t>its own cycles and</a:t>
            </a:r>
            <a:br/>
            <a:r>
              <a:rPr sz="1000" b="0">
                <a:solidFill>
                  <a:srgbClr val="666666"/>
                </a:solidFill>
                <a:latin typeface="Calibri"/>
              </a:rPr>
              <a:t>hands itself back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One variable holds the mode, so two modes can never be half-on at once. Adding a mode is one enum value and one branch - not a new combination of flags to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Non-blocking, as a rule with no exceptions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One frame per pass, never a loop that waits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Not one animation function in Op 12 calls delay(). Each checks the clock, returns immediately if it is not time, and draws exactly ONE frame when it is: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if (now - last_update &lt; INTERVAL) return;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last_update = now;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// ...draw one frame...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That is what lets the vehicle drive, read its controller, watch its current and animate all at the same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The old System Test program did the opposite: a light pattern with delay() in it froze the vehicle for two seconds, still holding whatever motor command was last set. A vehicle that keeps driving while it ignores you is not a cosmetic problem.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200" b="0">
                <a:solidFill>
                  <a:srgbClr val="222222"/>
                </a:solidFill>
                <a:latin typeface="Calibri"/>
              </a:defRPr>
            </a:pPr>
            <a:r>
              <a:rPr sz="1200" b="0">
                <a:solidFill>
                  <a:srgbClr val="222222"/>
                </a:solidFill>
                <a:latin typeface="Calibri"/>
              </a:rPr>
              <a:t>The one legitimate delay() in the whole program is the startup light show, because nothing else needs to happen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"Draw one frame and return" is the same discipline a game engine uses. Once you see it, you will see it everywhere.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Dirty flags: not redrawing for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STANDBY is not an animation. It is ONE PICTURE that changes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only when the headlights or running lights change.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set_standby_lighting()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uint8_t level = full_headlights ? HEADLIGHT_BRIGHT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            : HEADLIGHT_DIM;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fill_range(LEFT_FRONT_START, CORNER_LEN * 2, rgb(level, level, level));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fill_range(RIGHT_REAR_START, CORNER_LEN * 2, rgb(TAILLIGHT_LEVEL,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standby_dirty = false;        // &lt;- the whole point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...and the last branch of update_lighting():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(led_mode == STANDBY &amp;&amp; standby_dirty)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set_standby_lighting();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Pushing 32 WS2812B pixels takes about 1 ms of tightly timed bit-banging.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11.2 pushed standby lighting on EVERY pass. That is most of the vehicle's attention, spent redrawing an identical picture.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Anything that alters the picture sets standby_dirty = true. The state machine clears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Graphics engines, spreadsheets and browsers all do this. Anywhere redrawing is expensive, something is tracking what actually changed.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measure the state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a4a_led_state_machine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Upload. Switch between the four modes from the console.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Type  load  in each mode. Which mode costs the most time per pass? Why?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In  standby, type  bright  and  dim. Watch WHEN the redraw happens.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Comment out the  standby_dirty = false  at the end of setStandbyLighting. Upload. Check  load  in standby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Write down both numbers. That is what one line was worth.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fifth mode: ALARM, a slow red pulse.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large loop count in standby, and a much smaller one once the dirty flag is removed.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passes per second in standby with the flag? Without it?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did you have to change to add ALARM? How many places?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Colour helpers, written out longhand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What 11.2 got from FastLED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CRGB, fill_solid(), nscale8(), sin8() - all free.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Op 12 cannot use FastLED: version 3.10.5 auto-enables an ESP-DSP FFT backend, and the bluepad32 SDK ships that header without the include directory it needs. There is no per-sketch opt-out.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So the handful of helpers we actually relied on are written out in Lighting.ino.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Why that turned out to be a good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scale_colour() unpacks a 32-bit colour into three bytes, scales each, and repacks it. Four lines, and now the bit-shifting is visible instead of magic.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sine8() maps 0..255 of angle onto 0..255 of amplitude with 128 as the midpoint. Two lines of floating point.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dependency you do not understand is a dependency that will eventually break in a way you cannot fix. Forty lines of your own code is often the cheaper option.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It also means the whole course - beginner and advanced - now uses one LED library instead of two.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Turn signal geometry, which is the genuinely hard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Two bars, four directions, one loop of wire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strip is one loop, so the two halves of each side run in OPPOSITE directions and the arithmetic is not symmetric: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front, left to right :   0 .. 15    left half 0-7,  right half 8-15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rear,  right to left :  16 .. 31    right half 16-23, left half 24-31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The bar has to grow OUTWARD from the centre of the vehicle towards the corner that is turning, on both bars at once.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LEFT signal: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front:  RIGHT_FRONT_START - 1 - i      (counts DOWN from 7)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rear:   LEFT_REAR_START + i            (counts UP from 24)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RIGHT signal: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front:  RIGHT_FRONT_START + i          (counts UP from 8)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rear:   LEFT_REAR_START - 1 - i        (counts DOWN from 23)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Do not try to derive this. Step through it and read the indices.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Two details that are easy to miss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1. Repaint the BASE lighting first, every frame.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if (running_lights_on)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fill_range(LEFT_FRONT_START, CORNER_LEN * 2, headlights);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fill_range(RIGHT_REAR_START, CORNER_LEN * 2, taillights);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...then blank the signalling side, then draw the amber over it.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Painting only the amber would leave the last frame underneath.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666666"/>
                </a:solidFill>
                <a:latin typeface="Consolas"/>
              </a:rPr>
              <a:t>// 2. The animation finishes its own cycles.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bool still_held = (led_mode == TURN_LEFT  &amp;&amp; (dpad &amp; DPAD_LEFT)) ||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                (led_mode == TURN_RIGHT &amp;&amp; (dpad &amp; DPAD_RIGHT));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if (!still_held &amp;&amp; turn_signal_cycles &gt;= TURN_CYCLES)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led_mode = STANDBY;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standby_dirty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D-pad only ever STARTS the animation. It does not hold it on and it does not stop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real indicator does not stop mid-blink when you let go of the stalk. It finishes.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Holding the D-pad keeps resetting the count, so it carries on for as long as you hold it and then finishes cleanly.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is a small thing that makes a machine feel considered rather than twitchy.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step through the geometry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a4b_turn_signal_larson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Upload. Type  left, then  right.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Type  speed 0  to freeze it, then  step  repeatedly. READ the indices it prints and check them against the vehicle.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hold left, wait, then  release. Where exactly does it stop?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speed 200  and watch the bar build slowly.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LEFT branch to use LEFT_FRONT_START + i and see what breaks. Explain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Make the trailing edge FADE rather than switch off abruptly.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Amber growing outward from the centre towards the turning corner, front and rear mirrored.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front index count down for a left signal but up for a right one?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would happen if the base lighting were not repainted each frame?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state machine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Lighting.ino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void update_lighting(unsigned long now, uint8_t dpad)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PAIRING)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update_pairing_breathing(now);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TURN_LEFT || led_mode == TURN_RIGHT)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if (now - larson_time &lt; LARSON_DELAY_MS)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larson_time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666666"/>
                </a:solidFill>
                <a:latin typeface="Consolas"/>
              </a:rPr>
              <a:t>    // ...advance one phase, count cycles,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update_larson_scanner();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KITT_SCANNER)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if (now - kitt_time &lt; (unsigned long)KITT_SPEED_MS)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kitt_time = now;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666666"/>
                </a:solidFill>
                <a:latin typeface="Consolas"/>
              </a:rPr>
              <a:t>    // ...draw one frame, step the dot, maybe hand back...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if (led_mode == STANDBY &amp;&amp; standby_dirty)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    set_standby_lighting();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>
                <a:latin typeface="Consolas"/>
              </a:defRPr>
            </a:pPr>
            <a:r>
              <a:rPr sz="11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Every branch does the same three things: is it my turn, is it time yet, draw ONE frame.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Every branch returns. Exactly one mode runs per pass, and none of them can run into another.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early return on the timer is what makes this cheap. Most passes through this function do almost nothing at all.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Note that STANDBY is last and has no timer - it is the fall-through, and it only acts when the dirty flag says so.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Why the fade is a sine and not a ramp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pairing animation fades the whole strip up and down smoothly. Doing that with a straight line looks wrong - it appears to hover at the ends and rush through the middle.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sine wave is what looks natural, because it slows at the extremes. FastLED gave 11.2 a sin8() for this. Op 12 writes it out: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uint8_t sine8(uint8_t theta) {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float radians = (theta / 256.0f) * 2.0f * PI;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return (uint8_t)(128.0f + 127.0f * sinf(radians));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Feed it 0..255 for one full turn, get 0..255 back with 128 as the midpoint. No angles in degrees, no floating point in the caller.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Breathing, and an 8-bit sine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the phase comes from the clock rather than from a counter: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phase = (now % BREATHE_PERIOD_MS) * 255 / BREATHE_PERIOD_MS;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Deriving the phase from millis() rather than incrementing a variable means the animation runs at the same speed no matter how often the function gets called, and it cannot drift.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Compute animation state FROM the clock rather than stepping a counter. It is self-correcting, and it survives a slow pass of loop() without stuttering.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Add a mode  -  thirty minutes, in your groups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real test of a design is what it costs to extend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Add a HAZARD mode to a4a_led_state_machine: all four corners flashing amber together, running until it is switched off.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Do it the way the program is built: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1.  Add HAZARD to the LEDMode enum.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2.  Add its timing constants to the configuration block at the top - not buried in the function.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3.  Write update_hazard(now) so it draws ONE frame and returns.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4.  Add one branch to the state machine.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5.  Add a console command to enter and leave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Then answer these: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How many existing lines did you have to change?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Could HAZARD and TURN_LEFT ever be on at the same time? Why not?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What does  load  say while it is running?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The point of the exercise is the first question. If a new mode costs you one enum value and one branch, the design is doing its job.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Advanced - Op Program 12  |  Lesson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a machine that tests its own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Six booleans give how many combinations? One six-value enum?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three-line non-blocking animation pattern.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What is a dirty flag, and roughly what did it save on this vehicle?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Why can Op 12 not use FastLED?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Why does each turn-signal frame repaint the headlights?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Why does the front index count down for a LEFT signal?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Why does the turn signal finish its cycles instead of stopping when the D-pad is released?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 want to add a hazard-lights mode. What exactly do you have to change?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