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Not one animation function in Op 12 calls delay(). Each checks the clock, returns immediately if it is not time, and draws exactly ONE frame when it is:</a:t>
            </a:r>
          </a:p>
          <a:p>
            <a:pPr algn="l">
              <a:lnSpc>
                <a:spcPct val="100000"/>
              </a:lnSpc>
              <a:spcAft>
                <a:spcPts val="900"/>
              </a:spcAft>
              <a:defRPr sz="1500" b="0">
                <a:solidFill>
                  <a:srgbClr val="222222"/>
                </a:solidFill>
                <a:latin typeface="Calibri"/>
              </a:defRPr>
            </a:pPr>
          </a:p>
          <a:p>
            <a:pPr lvl="1" algn="l">
              <a:lnSpc>
                <a:spcPct val="100000"/>
              </a:lnSpc>
              <a:spcAft>
                <a:spcPts val="900"/>
              </a:spcAft>
              <a:defRPr sz="3000" b="0">
                <a:solidFill>
                  <a:srgbClr val="222222"/>
                </a:solidFill>
                <a:latin typeface="Calibri"/>
              </a:defRPr>
            </a:pPr>
            <a:r>
              <a:rPr sz="3000" b="0">
                <a:solidFill>
                  <a:srgbClr val="222222"/>
                </a:solidFill>
                <a:latin typeface="Calibri"/>
              </a:rPr>
              <a:t>if (now - last_update &lt; INTERVAL) return;</a:t>
            </a:r>
          </a:p>
          <a:p>
            <a:pPr lvl="1" algn="l">
              <a:lnSpc>
                <a:spcPct val="100000"/>
              </a:lnSpc>
              <a:spcAft>
                <a:spcPts val="900"/>
              </a:spcAft>
              <a:defRPr sz="3000" b="0">
                <a:solidFill>
                  <a:srgbClr val="222222"/>
                </a:solidFill>
                <a:latin typeface="Calibri"/>
              </a:defRPr>
            </a:pPr>
            <a:r>
              <a:rPr sz="3000" b="0">
                <a:solidFill>
                  <a:srgbClr val="222222"/>
                </a:solidFill>
                <a:latin typeface="Calibri"/>
              </a:rPr>
              <a:t>last_update = now;</a:t>
            </a:r>
          </a:p>
          <a:p>
            <a:pPr lvl="1" algn="l">
              <a:lnSpc>
                <a:spcPct val="100000"/>
              </a:lnSpc>
              <a:spcAft>
                <a:spcPts val="900"/>
              </a:spcAft>
              <a:defRPr sz="3000" b="0">
                <a:solidFill>
                  <a:srgbClr val="222222"/>
                </a:solidFill>
                <a:latin typeface="Calibri"/>
              </a:defRPr>
            </a:pPr>
            <a:r>
              <a:rPr sz="3000" b="0">
                <a:solidFill>
                  <a:srgbClr val="222222"/>
                </a:solidFill>
                <a:latin typeface="Calibri"/>
              </a:rPr>
              <a:t>// ...draw one frame...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That is what lets the vehicle drive, read its controller, watch its current and animate all at the same time.</a:t>
            </a:r>
          </a:p>
          <a:p>
            <a:pPr algn="l">
              <a:lnSpc>
                <a:spcPct val="100000"/>
              </a:lnSpc>
              <a:spcAft>
                <a:spcPts val="600"/>
              </a:spcAft>
              <a:defRPr sz="125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The old System Test program did the opposite: a light pattern with delay() in it froze the vehicle for two seconds, still holding whatever motor command was last set. A vehicle that keeps driving while it ignores you is not a cosmetic problem.</a:t>
            </a:r>
          </a:p>
          <a:p>
            <a:pPr algn="l">
              <a:lnSpc>
                <a:spcPct val="100000"/>
              </a:lnSpc>
              <a:spcAft>
                <a:spcPts val="600"/>
              </a:spcAft>
              <a:defRPr sz="125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The one legitimate delay() in the whole program is the startup light show, because nothing else needs to happen yet.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Why that turned out to be a good thing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the fade is a sine and not a ramp</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The pairing animation fades the whole strip up and down smoothly. Doing that with a straight line looks wrong - it appears to hover at the ends and rush through the middle.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A sine wave is what looks natural, because it slows at the extremes. FastLED gave 11.2 a sin8() for this. Op 12 writes it out:</a:t>
            </a:r>
          </a:p>
          <a:p>
            <a:pPr lvl="1" algn="l">
              <a:lnSpc>
                <a:spcPct val="100000"/>
              </a:lnSpc>
              <a:spcAft>
                <a:spcPts val="600"/>
              </a:spcAft>
              <a:defRPr sz="2600" b="0">
                <a:solidFill>
                  <a:srgbClr val="222222"/>
                </a:solidFill>
                <a:latin typeface="Calibri"/>
              </a:defRPr>
            </a:pPr>
            <a:r>
              <a:rPr sz="2600" b="0">
                <a:solidFill>
                  <a:srgbClr val="222222"/>
                </a:solidFill>
                <a:latin typeface="Calibri"/>
              </a:rPr>
              <a:t>uint8_t sine8(uint8_t theta) {</a:t>
            </a:r>
          </a:p>
          <a:p>
            <a:pPr lvl="1" algn="l">
              <a:lnSpc>
                <a:spcPct val="100000"/>
              </a:lnSpc>
              <a:spcAft>
                <a:spcPts val="600"/>
              </a:spcAft>
              <a:defRPr sz="2600" b="0">
                <a:solidFill>
                  <a:srgbClr val="222222"/>
                </a:solidFill>
                <a:latin typeface="Calibri"/>
              </a:defRPr>
            </a:pPr>
            <a:r>
              <a:rPr sz="2600" b="0">
                <a:solidFill>
                  <a:srgbClr val="222222"/>
                </a:solidFill>
                <a:latin typeface="Calibri"/>
              </a:rPr>
              <a:t>  float radians = (theta / 256.0f) * 2.0f * PI;</a:t>
            </a:r>
          </a:p>
          <a:p>
            <a:pPr lvl="1" algn="l">
              <a:lnSpc>
                <a:spcPct val="100000"/>
              </a:lnSpc>
              <a:spcAft>
                <a:spcPts val="600"/>
              </a:spcAft>
              <a:defRPr sz="2600" b="0">
                <a:solidFill>
                  <a:srgbClr val="222222"/>
                </a:solidFill>
                <a:latin typeface="Calibri"/>
              </a:defRPr>
            </a:pPr>
            <a:r>
              <a:rPr sz="2600" b="0">
                <a:solidFill>
                  <a:srgbClr val="222222"/>
                </a:solidFill>
                <a:latin typeface="Calibri"/>
              </a:rPr>
              <a:t>  return (uint8_t)(128.0f + 127.0f * sinf(radians));</a:t>
            </a:r>
          </a:p>
          <a:p>
            <a:pPr lvl="1" algn="l">
              <a:lnSpc>
                <a:spcPct val="100000"/>
              </a:lnSpc>
              <a:spcAft>
                <a:spcPts val="600"/>
              </a:spcAft>
              <a:defRPr sz="2600" b="0">
                <a:solidFill>
                  <a:srgbClr val="222222"/>
                </a:solidFill>
                <a:latin typeface="Calibri"/>
              </a:defRPr>
            </a:pPr>
            <a:r>
              <a:rPr sz="2600" b="0">
                <a:solidFill>
                  <a:srgbClr val="222222"/>
                </a:solidFill>
                <a:latin typeface="Calibri"/>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25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Feed it 0..255 for one full turn, get 0..255 back with 128 as the midpoint. No angles in degrees, no floating point in the caller.</a:t>
            </a:r>
          </a:p>
          <a:p>
            <a:pPr algn="l">
              <a:lnSpc>
                <a:spcPct val="100000"/>
              </a:lnSpc>
              <a:spcAft>
                <a:spcPts val="600"/>
              </a:spcAft>
              <a:defRPr sz="125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Then the phase comes from the clock rather than from a counter:</a:t>
            </a:r>
          </a:p>
          <a:p>
            <a:pPr lvl="1" algn="l">
              <a:lnSpc>
                <a:spcPct val="100000"/>
              </a:lnSpc>
              <a:spcAft>
                <a:spcPts val="600"/>
              </a:spcAft>
              <a:defRPr sz="2500" b="0">
                <a:solidFill>
                  <a:srgbClr val="222222"/>
                </a:solidFill>
                <a:latin typeface="Calibri"/>
              </a:defRPr>
            </a:pPr>
            <a:r>
              <a:rPr sz="2500" b="0">
                <a:solidFill>
                  <a:srgbClr val="222222"/>
                </a:solidFill>
                <a:latin typeface="Calibri"/>
              </a:rPr>
              <a:t>phase = (now % BREATHE_PERIOD_MS) * 255 / BREATHE_PERIOD_MS;</a:t>
            </a:r>
          </a:p>
          <a:p>
            <a:pPr algn="l">
              <a:lnSpc>
                <a:spcPct val="100000"/>
              </a:lnSpc>
              <a:spcAft>
                <a:spcPts val="600"/>
              </a:spcAft>
              <a:defRPr sz="125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Deriving the phase from millis() rather than incrementing a variable means the animation runs at the same speed no matter how often the function gets called, and it cannot drift.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