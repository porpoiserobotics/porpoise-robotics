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remap_axis: deadzone, scale, and per-axis tuning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Hybrid drive  (Op Program 12)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Now pinch the tyre gently.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92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32588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325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9280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344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688336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145536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578608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578608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145536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596896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941064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398264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831336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831336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849624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5303519"/>
            <a:ext cx="7498079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second, so this whole picture happens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centred whenever the stick is not pushed its way, so one stick aims four independent things.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Four servos, one right stick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