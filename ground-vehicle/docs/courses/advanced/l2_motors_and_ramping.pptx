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1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1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4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4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tire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4583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835745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238081"/>
            <a:ext cx="4525238" cy="20255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