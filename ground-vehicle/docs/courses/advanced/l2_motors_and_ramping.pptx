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2501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927348"/>
            <a:ext cx="5387187" cy="11841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tire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