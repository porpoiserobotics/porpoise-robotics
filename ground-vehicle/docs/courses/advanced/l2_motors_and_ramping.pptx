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tyre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Steps 1 and 2 are a feel test. Pinching the tyre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maths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maths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centred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centred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centre,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Hybrid drive  (Op Program 12)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Four servos, one right stick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