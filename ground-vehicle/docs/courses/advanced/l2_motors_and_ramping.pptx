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Blocks on every desk. Everything today runs a motor at up to full power and none of it should touch the floor.</a:t>
            </a:r>
          </a:p>
          <a:p>
            <a:r>
              <a:rPr sz="1200">
                <a:latin typeface="Calibri"/>
              </a:rPr>
              <a:t>Have a multimeter to hand for the voltage column in the first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Objective four - spotting the truncation bug - is the one they will remember. It is a real bug from a real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breaks. The first activity is thirty-five minutes and it earns them; do not compress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a genuine engineering trade-off, so present it as one rather than as a fact to memorise.</a:t>
            </a:r>
          </a:p>
          <a:p>
            <a:r>
              <a:rPr sz="1200">
                <a:latin typeface="Calibri"/>
              </a:rPr>
              <a:t>Ten bits at the bottom of the range is the difference between a smooth start and a visible staircase. Say that - it is why the extra resolution was worth buying.</a:t>
            </a:r>
          </a:p>
          <a:p>
            <a:r>
              <a:rPr sz="1200">
                <a:latin typeface="Calibri"/>
              </a:rPr>
              <a:t>If ledcSetup() returns 0 you get silence and no error, which is a horrible thing to debug. Tell them to check the return value every time.</a:t>
            </a:r>
          </a:p>
          <a:p>
            <a:r>
              <a:rPr sz="1200">
                <a:latin typeface="Calibri"/>
              </a:rPr>
              <a:t>More bits buys finer control at the BOTTOM of the range, which is exactly where a motor is hardest to drive smoothly.</a:t>
            </a:r>
          </a:p>
          <a:p>
            <a:r>
              <a:rPr sz="1200">
                <a:latin typeface="Calibri"/>
              </a:rPr>
              <a:t>The cost is frequency: the counter has to run 2^N times per cycle. Do the division on the board.</a:t>
            </a:r>
          </a:p>
          <a:p>
            <a:r>
              <a:rPr sz="1200">
                <a:latin typeface="Calibri"/>
              </a:rPr>
              <a:t>Op 12 sits at 10 bits and 30 kHz. Ask them to check that against the formula before you confirm it.</a:t>
            </a:r>
          </a:p>
          <a:p>
            <a:r>
              <a:rPr sz="1200">
                <a:latin typeface="Calibri"/>
              </a:rPr>
              <a:t>Connect it back: the beginner course ran 8 bits, and this is what the extra two bits are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First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console is the tool for the whole activity. Make sure everybody has typed help and got a response before moving on.</a:t>
            </a:r>
          </a:p>
          <a:p>
            <a:r>
              <a:rPr sz="1200">
                <a:latin typeface="Calibri"/>
              </a:rPr>
              <a:t>Step 2 and 3 are a listening exercise as much as a reading one. The bottom of the range is where the difference lives.</a:t>
            </a:r>
          </a:p>
          <a:p>
            <a:r>
              <a:rPr sz="1200">
                <a:latin typeface="Calibri"/>
              </a:rPr>
              <a:t>Step 4 is refused by the console on purpose. 12 bits caps out at 19.5 kHz, so 30 kHz is impossible - and the console says so rather than silently doing something else.</a:t>
            </a:r>
          </a:p>
          <a:p>
            <a:r>
              <a:rPr sz="1200">
                <a:latin typeface="Calibri"/>
              </a:rPr>
              <a:t>The second question is the subtle one: more resolution does NOT lower the speed at which the motor starts turning. It only lets you approach it more finely.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 switches, and only the two diagonal pairs are useful. Trace each path with a finger on the projected slide.</a:t>
            </a:r>
          </a:p>
          <a:p>
            <a:r>
              <a:rPr sz="1200">
                <a:latin typeface="Calibri"/>
              </a:rPr>
              <a:t>Ask what happens if you close both switches on one side. Somebody will work out that it shorts the supply - which is exactly why the driver chip will not let you.</a:t>
            </a:r>
          </a:p>
          <a:p>
            <a:r>
              <a:rPr sz="1200">
                <a:latin typeface="Calibri"/>
              </a:rPr>
              <a:t>Forward and reverse are the same circuit with the current running the other way. That is the whole trick, and it is why direction costs nothing extra in the program.</a:t>
            </a:r>
          </a:p>
          <a:p>
            <a:r>
              <a:rPr sz="1200">
                <a:latin typeface="Calibri"/>
              </a:rPr>
              <a:t>Brake and coast are worth ten seconds each here; they come back properly in the advanced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Second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Both columns describe the same H-bridge. What changes is what happens during the off part of each cycle.</a:t>
            </a:r>
          </a:p>
          <a:p>
            <a:r>
              <a:rPr sz="1200">
                <a:latin typeface="Calibri"/>
              </a:rPr>
              <a:t>Sign-magnitude alternates driven and coast. Hybrid alternates driven and brake, which actively pulls the current down.</a:t>
            </a:r>
          </a:p>
          <a:p>
            <a:r>
              <a:rPr sz="1200">
                <a:latin typeface="Calibri"/>
              </a:rPr>
              <a:t>The practical consequence: hybrid holds the speed you asked for when the load changes. They will feel this in the activity.</a:t>
            </a:r>
          </a:p>
          <a:p>
            <a:r>
              <a:rPr sz="1200">
                <a:latin typeface="Calibri"/>
              </a:rPr>
              <a:t>Sign-magnitude is not wrong. It is simpler to read, and that is why the beginner programs use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Walk the three cases on the right-hand notes before reading the code.</a:t>
            </a:r>
          </a:p>
          <a:p>
            <a:r>
              <a:rPr sz="1200">
                <a:latin typeface="Calibri"/>
              </a:rPr>
              <a:t>The guard clause is the whole slide. Without it, duty zero puts both pins high, and both pins high is a brake.</a:t>
            </a:r>
          </a:p>
          <a:p>
            <a:r>
              <a:rPr sz="1200">
                <a:latin typeface="Calibri"/>
              </a:rPr>
              <a:t>Ask what that feels like: a vehicle that will not coast and cannot be pushed by hand when switched on. That is a real symptom somebody would report as a mechanical fault.</a:t>
            </a:r>
          </a:p>
          <a:p>
            <a:r>
              <a:rPr sz="1200">
                <a:latin typeface="Calibri"/>
              </a:rPr>
              <a:t>This is a good example of a bug that hides in the ONE case the arithmetic happens to handle differently.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Set the scene: this bug lived for a year in shipping code.</a:t>
            </a:r>
          </a:p>
          <a:p>
            <a:r>
              <a:rPr sz="1200">
                <a:latin typeface="Calibri"/>
              </a:rPr>
              <a:t>Do the arithmetic out loud. Gap of 1, factor of 0.5, gives 0.5, which truncates to 0 - so current never changes again.</a:t>
            </a:r>
          </a:p>
          <a:p>
            <a:r>
              <a:rPr sz="1200">
                <a:latin typeface="Calibri"/>
              </a:rPr>
              <a:t>The ramp stalls one count short, forever. On a 1024-count scale that is 0.1%, which nobody can see on a wheel.</a:t>
            </a:r>
          </a:p>
          <a:p>
            <a:r>
              <a:rPr sz="1200">
                <a:latin typeface="Calibri"/>
              </a:rPr>
              <a:t>Ask why it still matters. Because a value that never reaches its target breaks anything that tests for equality, and because a bug you cannot see is worse than one you can.</a:t>
            </a:r>
          </a:p>
          <a:p>
            <a:r>
              <a:rPr sz="1200">
                <a:latin typeface="Calibri"/>
              </a:rPr>
              <a:t>The fix is one line: if the step rounds to nothing, take one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Steps 1 and 2 are a feel test. Pinching the tire gently is the load - warn them to be gentle and to keep fingers clear of the spokes.</a:t>
            </a:r>
          </a:p>
          <a:p>
            <a:r>
              <a:rPr sz="1200">
                <a:latin typeface="Calibri"/>
              </a:rPr>
              <a:t>Step 6 recreates the bug deliberately. Watching the printout stop one count short is the memorable part of this lesson.</a:t>
            </a:r>
          </a:p>
          <a:p>
            <a:r>
              <a:rPr sz="1200">
                <a:latin typeface="Calibri"/>
              </a:rPr>
              <a:t>Answer to the first question: fast decay actively pulls the winding current down during the off part, so the average tracks the command.</a:t>
            </a:r>
          </a:p>
          <a:p>
            <a:r>
              <a:rPr sz="1200">
                <a:latin typeface="Calibri"/>
              </a:rPr>
              <a:t>Answer to the second: a 0.1% error is invisible but it means a value that never reaches its target, and anything comparing for equality never fires.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Draw the square wave on the board first, then reveal the slide. It lands better if they have watched it being built.</a:t>
            </a:r>
          </a:p>
          <a:p>
            <a:r>
              <a:rPr sz="1200">
                <a:latin typeface="Calibri"/>
              </a:rPr>
              <a:t>The idea to land: the pin is only ever fully on or fully off. Half speed is half the TIME on, not half the voltage.</a:t>
            </a:r>
          </a:p>
          <a:p>
            <a:r>
              <a:rPr sz="1200">
                <a:latin typeface="Calibri"/>
              </a:rPr>
              <a:t>Analogy that works: a light switch flicked very fast. Too fast to see flicker, so the room looks half lit.</a:t>
            </a:r>
          </a:p>
          <a:p>
            <a:r>
              <a:rPr sz="1200">
                <a:latin typeface="Calibri"/>
              </a:rPr>
              <a:t>Duty cycle is a percentage, which is why the math lesson and the motor lesson are the same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 ideas in ten lines. Take them one at a time.</a:t>
            </a:r>
          </a:p>
          <a:p>
            <a:r>
              <a:rPr sz="1200">
                <a:latin typeface="Calibri"/>
              </a:rPr>
              <a:t>The -1 sentinel for a per-axis deadzone gives you a default and an override with no second flag. That is a pattern worth naming.</a:t>
            </a:r>
          </a:p>
          <a:p>
            <a:r>
              <a:rPr sz="1200">
                <a:latin typeface="Calibri"/>
              </a:rPr>
              <a:t>lround() rather than a cast, so 0.5 rounds up. Point out that this is the SAME class of bug as the ramp, avoided this time.</a:t>
            </a:r>
          </a:p>
          <a:p>
            <a:r>
              <a:rPr sz="1200">
                <a:latin typeface="Calibri"/>
              </a:rPr>
              <a:t>constrain() before map(), because map() does not clamp. Ask what happens if you do it the other way round.</a:t>
            </a:r>
          </a:p>
          <a:p>
            <a:r>
              <a:rPr sz="1200">
                <a:latin typeface="Calibri"/>
              </a:rPr>
              <a:t>Sign comes off at the start and goes back on at the end, so the math in the middle only ever deals with positive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left column is a design argument, not a feature list. Only the steering scale changes between the modes.</a:t>
            </a:r>
          </a:p>
          <a:p>
            <a:r>
              <a:rPr sz="1200">
                <a:latin typeface="Calibri"/>
              </a:rPr>
              <a:t>The reasoning is worth hearing: a global speed cap makes a vehicle feel broken, a steering cap makes it feel controllable. Ask whether they agree.</a:t>
            </a:r>
          </a:p>
          <a:p>
            <a:r>
              <a:rPr sz="1200">
                <a:latin typeface="Calibri"/>
              </a:rPr>
              <a:t>The four-servo scheme surprises people. One stick, four servos, each owning one direction and centered otherwise.</a:t>
            </a:r>
          </a:p>
          <a:p>
            <a:r>
              <a:rPr sz="1200">
                <a:latin typeface="Calibri"/>
              </a:rPr>
              <a:t>1.0 to 2.0 ms is the corrected travel. Point back to the change log in Lesson 1 - the old range could drive a servo into its stops.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 servo does not listen to voltage, or to duty in the way a motor does. It listens to how LONG the pulse is, and it wants one every 20 ms.</a:t>
            </a:r>
          </a:p>
          <a:p>
            <a:r>
              <a:rPr sz="1200">
                <a:latin typeface="Calibri"/>
              </a:rPr>
              <a:t>1.0 ms is one end, 1.5 ms is center, 2.0 ms is the other end. Those three numbers are the whole protocol.</a:t>
            </a:r>
          </a:p>
          <a:p>
            <a:r>
              <a:rPr sz="1200">
                <a:latin typeface="Calibri"/>
              </a:rPr>
              <a:t>The ESP32 counts duty, not microseconds, so the program has to convert. Walk the arithmetic once, slowly.</a:t>
            </a:r>
          </a:p>
          <a:p>
            <a:r>
              <a:rPr sz="1200">
                <a:latin typeface="Calibri"/>
              </a:rPr>
              <a:t>Continuous-rotation servos read the same pulse as a SPEED rather than a position. Worth flagging before somebody buys the wrong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Conversation, not a test.</a:t>
            </a:r>
          </a:p>
          <a:p>
            <a:r>
              <a:rPr sz="1200">
                <a:latin typeface="Calibri"/>
              </a:rPr>
              <a:t>Answers: 12 bits caps at 19.5 kHz because 80 MHz divided by 4096 is 19,531; resolution buys fine control at the bottom of the range; the four states are forward, reverse, coast and brake.</a:t>
            </a:r>
          </a:p>
          <a:p>
            <a:r>
              <a:rPr sz="1200">
                <a:latin typeface="Calibri"/>
              </a:rPr>
              <a:t>Hybrid drive holds speed because the braking part actively pulls current down. At duty 0 without the guard, both pins go high and the motor brakes.</a:t>
            </a:r>
          </a:p>
          <a:p>
            <a:r>
              <a:rPr sz="1200">
                <a:latin typeface="Calibri"/>
              </a:rPr>
              <a:t>The truncation bug leaves the ramp one count short, which is 0.1% and invisible on a wheel.</a:t>
            </a:r>
          </a:p>
          <a:p>
            <a:r>
              <a:rPr sz="1200">
                <a:latin typeface="Calibri"/>
              </a:rPr>
              <a:t>constrain before map because map does not clamp. NORMAL scales steering because steering authority was the problem, not top speed.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Motors, Resolution and Ramping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Resolution against frequency, four states of an H-bridge, fast decay, and a ramp that used to stall one count short.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6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6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Wheels off the ground throughout.</a:t>
            </a:r>
          </a:p>
        </p:txBody>
      </p:sp>
      <p:pic>
        <p:nvPicPr>
          <p:cNvPr id="8" name="Picture 7" descr="vehicle-rear-batte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086754"/>
            <a:ext cx="4480560" cy="32331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Work out the maximum PWM frequency for a given resolution, and say what more resolution buys you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Describe the four states of an H-bridge and what the motor does in each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Explain why fast decay holds speed better under load than slow decay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Spot the integer-truncation bug in a ramp, and fix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Explain why remap_axis constrains before it maps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5048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504825">
                <a:tc>
                  <a:txBody>
                    <a:bodyPr/>
                    <a:lstStyle/>
                    <a:p>
                      <a:r>
                        <a:rPr sz="27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Recap. The LEDC peripheral and what it can actually do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Resolution against frequency. Upload a2a_pwm_resolution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1:00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Coast, brake, and the two decay modes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1:40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Upload a2b_coast_brake_hybrid. Feel the difference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Speed ramping, and the truncation bug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2:35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remap_axis: deadzones, scale, and per-axis tuning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2:50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Four servos on one thumbstick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LEDC peripheral, and the trade you cannot avoid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02667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What the bits buy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02667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Sixteen hardware channels, from an 80 MHz clock. At N bits the duty range is 0 to 2^N - 1.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8 bits    0..255      0.39% per step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10 bits   0..1023     0.098% per step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12 bits   0..4095     0.024% per step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Finer control at the BOTTOM of the range, which is where a motor is hardest to drive smoothly.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6797" y="1188720"/>
            <a:ext cx="570197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What they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6797" y="1700784"/>
            <a:ext cx="5701978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 counter has to run 2^N times per cycle, so resolution comes straight out of frequency: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max frequency = 80,000,000 / 2^bits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8 bits    312 kHz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10 bits   78 kHz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12 bits   19.5 kHz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Op 12 runs 10 bits at 30 kHz: inside the limit, above hearing, four times the beginner resolution.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800">
                <a:solidFill>
                  <a:srgbClr val="222222"/>
                </a:solidFill>
                <a:latin typeface="Calibri"/>
              </a:rPr>
              <a:t>ledcSetup() returns the frequency it managed, or 0 if the combination is impossible. Check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256032" cy="15544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51560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Resolution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35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LEDC peripheral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0306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Resolution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80306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Decay and ramping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resolution you can hear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a2a_pwm_resolution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3273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Wheels off the ground. Upload. Type help.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Run  step  at 8 bits. Watch the volts column and LISTEN at the very bottom of the range.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bits 10, then  step  again. Compare.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Try  bits 12  then  freq 30000. Read what the console tells you.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Find the lowest  pct  at which the wheel turns at all. Is it the same at 8 bits and at 10?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freq 300, listen, then freq 20000.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10028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 duty value, a percentage, and an approximate voltage for each step of the sweep.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3380263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3782599"/>
            <a:ext cx="4525238" cy="1392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Why does 12 bits at 30 kHz get refused?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Does more resolution change the lowest speed the motor will turn at, or only how finely you can approach it?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800">
                <a:solidFill>
                  <a:srgbClr val="222222"/>
                </a:solidFill>
                <a:latin typeface="Calibri"/>
              </a:rPr>
              <a:t>Wheels off the ground. This reaches full power.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H-bridge: four switches, four things a motor can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A high, B 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FORWARD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88920"/>
            <a:ext cx="2606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driven one way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A low, B high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REVERSE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2788920"/>
            <a:ext cx="2606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driven the other way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both 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COAST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7064" y="2788920"/>
            <a:ext cx="26060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terminals floating,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 freewheels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89136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both high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89136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BRAKE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2788920"/>
            <a:ext cx="26060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terminals shorted,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 stops hard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11880" y="3657600"/>
            <a:ext cx="58521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11880" y="5394960"/>
            <a:ext cx="58521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611880" y="3657600"/>
            <a:ext cx="0" cy="173736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464040" y="3657600"/>
            <a:ext cx="0" cy="173736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611880" y="4526280"/>
            <a:ext cx="21945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269480" y="4526280"/>
            <a:ext cx="21945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5806440" y="4206240"/>
            <a:ext cx="1463040" cy="6400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222222"/>
                </a:solidFill>
                <a:latin typeface="Calibri"/>
              </a:defRPr>
            </a:pPr>
            <a:r>
              <a:rPr sz="1800" b="1">
                <a:solidFill>
                  <a:srgbClr val="222222"/>
                </a:solidFill>
                <a:latin typeface="Calibri"/>
              </a:rPr>
              <a:t>MOTOR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4069080"/>
            <a:ext cx="91440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IN1</a:t>
            </a:r>
            <a:br/>
            <a:r>
              <a:rPr sz="1800" b="1">
                <a:solidFill>
                  <a:srgbClr val="0E7C86"/>
                </a:solidFill>
                <a:latin typeface="Calibri"/>
              </a:rPr>
              <a:t>(pin 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4069080"/>
            <a:ext cx="10058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IN2</a:t>
            </a:r>
            <a:br/>
            <a:r>
              <a:rPr sz="1800" b="1">
                <a:solidFill>
                  <a:srgbClr val="0E7C86"/>
                </a:solidFill>
                <a:latin typeface="Calibri"/>
              </a:rPr>
              <a:t>(pin B)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9320" y="3328416"/>
            <a:ext cx="128016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666666"/>
                </a:solidFill>
                <a:latin typeface="Calibri"/>
              </a:defRPr>
            </a:pPr>
            <a:r>
              <a:rPr sz="1800" b="1">
                <a:solidFill>
                  <a:srgbClr val="666666"/>
                </a:solidFill>
                <a:latin typeface="Calibri"/>
              </a:rPr>
              <a:t>+ 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20" y="5449824"/>
            <a:ext cx="128016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666666"/>
                </a:solidFill>
                <a:latin typeface="Calibri"/>
              </a:defRPr>
            </a:pPr>
            <a:r>
              <a:rPr sz="1800" b="1">
                <a:solidFill>
                  <a:srgbClr val="666666"/>
                </a:solidFill>
                <a:latin typeface="Calibri"/>
              </a:rPr>
              <a:t>GND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256032" cy="15544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51560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Decay and ramping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75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LEDC peripheral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0306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Resolution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80306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Decay and ramping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57692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Slow decay against fast decay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Sign-magnitude  (the beginner programs)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33695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Pulse IN1 at the duty you want. Hold IN2 low.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motor alternates between DRIVEN and COAST.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During the off part nothing controls the motor at all, so the current in the windings decays slowly and the actual speed depends heavily on the 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Simple to read, and perfectly good for learning.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SLOW DECAY.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Hybrid drive  (Op Program 12)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8" cy="33695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Hold IN1 HIGH. Pulse IN2 at the inverse of the duty.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motor alternates between DRIVEN and BRAKE.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braking part actively pulls the current down, so the average is much closer to what you asked for, and speed holds up under 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Noticeably better control at low duty - exactly where you need it.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FAST DECAY.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198364"/>
            <a:ext cx="11185855" cy="1065276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800">
                <a:solidFill>
                  <a:srgbClr val="222222"/>
                </a:solidFill>
                <a:latin typeface="Calibri"/>
              </a:rPr>
              <a:t>Watch the zero case. In hybrid, duty 0 puts PWM_MAX on BOTH pins, which is a hard brake, not a coast. Op 12 tests for zero separately and calls coast_all(). Miss that and the vehicle will not roll when you let go.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Hybrid drive, and the trap in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void set_motor_hybrid(uint8_t in1_ch, uint8_t in2_ch, int duty)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duty = constrain(duty, -PWM_MAX,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if (duty == 0) {           // WITHOUT THIS, ZERO IS A BRAKE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  ledcWrite(in1_ch, 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  ledcWrite(in2_ch, 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 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int inverse = PWM_MAX - abs(duty);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if (duty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ledcWrite(in1_ch,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ledcWrite(in2_ch, inverse);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} else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ledcWrite(in1_ch, inverse);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ledcWrite(in2_ch,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Full duty forward: IN1 = 1023, IN2 = 0. Driven hard.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Half duty forward: IN1 = 1023, IN2 = 512. Half driven, half braked.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Zero without the guard: IN1 = 1023, IN2 = 1023. Both high. That is a brake.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05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A vehicle that will not coast, and cannot be pushed by hand when it is switched on, has this bug.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ramp, and the bug that hid in it for a year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Op 11.2 wrote this: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 b="1">
                <a:solidFill>
                  <a:srgbClr val="0E7C86"/>
                </a:solidFill>
                <a:latin typeface="Consolas"/>
              </a:rPr>
              <a:t>current += (target - current) * RAMP_FACTOR;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With RAMP_FACTOR = 0.5 and a gap of 1: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   1 * 0.5 = 0.5,  truncated to 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   -&gt; current never changes again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   -&gt; the ramp stalls ONE COUNT short, forever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Op 12: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int ramp_towards(int current, int target)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int gap = target - current;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if (gap == 0) return current;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int step = (int)(gap * RAMP_FACTOR);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 b="1">
                <a:solidFill>
                  <a:srgbClr val="0E7C86"/>
                </a:solidFill>
                <a:latin typeface="Consolas"/>
              </a:rPr>
              <a:t>  if (step == 0) step = (gap &gt; 0) ? 1 : -1;   // the fix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return current + step;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Ramping stops the vehicle lurching and stops it yanking a large current out of the battery on every stick movement.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Closing a FRACTION of the gap each step gives a smooth exponential approach - fast at first, gentle at the end.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bug is invisible. One count out of 1023 is 0.1% of full power. Nobody would ever see it on a wheel.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matters because comparisons against the target then never become true, and anything waiting for "ramp finished" waits forever.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decay modes and ramping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a2b_coast_brake_hybrid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3273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sign, then  go 100. Pinch the tire gently.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hybrid, then  go 100. Pinch again. Which holds speed?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Find the lowest  go  that turns the wheel in each mode.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ramp off, then  go 1023  from a standstill. Then  ramp on  and repeat. Listen to the difference.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Set RAMP_FACTOR to 0.9, then 0.1. What changes?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DELETE the minimum-step line in ramp_towards and run  go 500. Watch where the printout stops.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7985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Step 6: the ramp prints down to one count short of the target, then stops.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3176016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3578352"/>
            <a:ext cx="4525238" cy="1597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Why does fast decay hold speed better under load?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Why would a 0.1% speed error still be a real bug?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800">
                <a:solidFill>
                  <a:srgbClr val="222222"/>
                </a:solidFill>
                <a:latin typeface="Calibri"/>
              </a:rPr>
              <a:t>Wheels off the ground. One motor, up to full power.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Pulse width modulation: how a pin makes a half speed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8988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25% duty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184708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920240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920240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388869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388869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794759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3794759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63388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263388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669278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669278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137907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137907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543797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7543797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12426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012426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528047" y="129844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quarter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64)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57860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50% duty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920240" y="303580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920240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920240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857499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857499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794759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3794759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732018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732018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69278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669278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06537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606537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543797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7543797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481056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481056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528047" y="248716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half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128)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376732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100% duty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920240" y="422452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920240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920240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794759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794759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669278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669278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543797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543797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528047" y="367588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full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255)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20240" y="4956047"/>
            <a:ext cx="7498079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one cycle = 1/20000 s; this picture repeats 5000 times a second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800">
                <a:solidFill>
                  <a:srgbClr val="222222"/>
                </a:solidFill>
                <a:latin typeface="Calibri"/>
              </a:rPr>
              <a:t>The pin is only ever fully on or fully off. Speed comes from the FRACTION of each cycle it spends on - the duty cycle.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remap_axis: deadzone, scale, and range, in one function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int remap_axis(int raw_value, int specific_dz, float scale_factor,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           int in_max, int out_max)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int dz = get_effective_deadzone(specific_dz);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if (abs(raw_value) &lt; dz) return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int sign   = (raw_value &gt; 0) ? 1 : -1;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int scaled = lround(abs(raw_value) * scale_factor);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scaled = constrain(scaled, dz, in_max);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return sign * map(scaled, dz, in_max, 0, out_max);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A per-axis deadzone of -1 means "use the global one" - a default and an override, with no second flag.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lround(), not a cast, so 0.5 rounds up rather than truncating. The same class of bug as the ramp.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constrain() BEFORE map(): map() does not clamp.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Sign comes off at the start and goes back on at the end.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Throttle modes, and four servos on one stick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48393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Throttle modes  (L3 toggles)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4839335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NORMAL - full forward speed, steering scaled to 0.5.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FAST   - full forward speed, full steering authority.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95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Only the STEERING scale changes. Top speed is the same in both.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95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This matters: it was the steering that needed softening, not the speed. A global speed cap makes a vehicle feel broken; a steering cap makes it feel controllable.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9455" y="1188720"/>
            <a:ext cx="58893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Four servos, one right stick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99455" y="1700784"/>
            <a:ext cx="5889320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servo owns one DIRECTION of the stick and sweeps its full travel across half the range: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1  -  stick up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3  -  stick down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2  -  stick left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4  -  stick right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sits centered whenever the stick is not pushed its way, so one stick aims four independent things.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Travel is 1.0 to 2.0 ms. 11.2 used 0.5 to 2.5, which can drive a servo into its mechanical end stops.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 servo listens to the LENGTH of a 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36192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onsolas"/>
              </a:defRPr>
            </a:pPr>
            <a:r>
              <a:rPr sz="1800" b="1">
                <a:solidFill>
                  <a:srgbClr val="0E7C86"/>
                </a:solidFill>
                <a:latin typeface="Consolas"/>
              </a:rPr>
              <a:t>1.0 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1975104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05740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57400" y="1444752"/>
            <a:ext cx="3657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316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1499616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end of the travel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6032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1.5 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299923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5740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57400" y="2468880"/>
            <a:ext cx="5486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60604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43200" y="252374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centered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84448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onsolas"/>
              </a:defRPr>
            </a:pPr>
            <a:r>
              <a:rPr sz="1800" b="1">
                <a:solidFill>
                  <a:srgbClr val="B46A0F"/>
                </a:solidFill>
                <a:latin typeface="Consolas"/>
              </a:rPr>
              <a:t>2.0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4023360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5740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57400" y="3493008"/>
            <a:ext cx="731520" cy="0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8892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26080" y="3547872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other 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4517136"/>
            <a:ext cx="7315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whole cycle is 20 ms, repeated 50 times a second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010911"/>
            <a:ext cx="11185855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The ESP32 counts duty, not microseconds. At 16-bit resolution one 20 ms cycle is 65536 counts: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duty = microseconds * 65536 / 20000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lesson: identity that survives a power cycle.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1.  Why can you not have 12-bit resolution at 30 kHz on this chip?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2.  What does more PWM resolution actually buy you, and where?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3.  Describe the four states of an H-bridge and what the motor does in each.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4.  Why does hybrid drive hold speed better under load?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5.  In hybrid drive, what happens at duty 0 without the guard clause?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6.  Explain the ramp truncation bug, and why nobody would see it on a wheel.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7.  Why does remap_axis call constrain() before map() rather than after?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8.  Why does NORMAL mode scale steering rather than top speed?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