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Ten bits at the bottom of the range is the difference between a smooth start and a visible staircase. Say that - it is why the extra resolution was worth buying.</a:t>
            </a:r>
          </a:p>
          <a:p>
            <a:r>
              <a:rPr sz="1200">
                <a:latin typeface="Calibri"/>
              </a:rPr>
              <a:t>If ledcSetup() returns 0 you get silence and no error, which is a horrible thing to debug. Tell them to check the return value every time.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02667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 bits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02667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Sixteen hardware channels, from an 80 MHz clock. At N bits the duty range is 0 to 2^N - 1.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0..255      0.39%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0..1023     0.098%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0..4095     0.024% per step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Finer control at the BOTTOM of the range, which is where a motor is hardest to drive smoothly.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6797" y="1188720"/>
            <a:ext cx="57019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97" y="1700784"/>
            <a:ext cx="570197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counter has to run 2^N times per cycle, so resolution comes straight out of frequency: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312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78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19.5 kHz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Op 12 runs 10 bits at 30 kHz: inside the limit, above hearing, four times the beginner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managed, or 0 if the combination is impossible. Check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0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Pinch the tire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again. Which holds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repeat. Listen to the difference.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changes?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 and run 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798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Step 6: the ramp prints down to one count short of the target, then stops.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17601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578352"/>
            <a:ext cx="4525238" cy="159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393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4839335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9455" y="1188720"/>
            <a:ext cx="58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9455" y="1700784"/>
            <a:ext cx="5889320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