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on every desk. Everything today runs a motor at up to full power and none of it should touch the floor.</a:t>
            </a:r>
          </a:p>
          <a:p>
            <a:r>
              <a:rPr sz="1200">
                <a:latin typeface="Calibri"/>
              </a:rPr>
              <a:t>Have a multimeter to hand for the voltage column in the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four - spotting the truncation bug - is the one they will remember. It is a real bug from a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first activity is thirty-five minutes and it earns them; do not compress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Ten bits at the bottom of the range is the difference between a smooth start and a visible staircase. Say that - it is why the extra resolution was worth buying.</a:t>
            </a:r>
          </a:p>
          <a:p>
            <a:r>
              <a:rPr sz="1200">
                <a:latin typeface="Calibri"/>
              </a:rPr>
              <a:t>If ledcSetup() returns 0 you get silence and no error, which is a horrible thing to debug. Tell them to check the return value every time.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console is the tool for the whole activity. Make sure everybody has typed help and got a response before moving on.</a:t>
            </a:r>
          </a:p>
          <a:p>
            <a:r>
              <a:rPr sz="1200">
                <a:latin typeface="Calibri"/>
              </a:rPr>
              <a:t>Step 2 and 3 are a listening exercise as much as a reading one. The bottom of the range is where the difference lives.</a:t>
            </a:r>
          </a:p>
          <a:p>
            <a:r>
              <a:rPr sz="1200">
                <a:latin typeface="Calibri"/>
              </a:rPr>
              <a:t>Step 4 is refused by the console on purpose. 12 bits caps out at 19.5 kHz, so 30 kHz is impossible - and the console says so rather than silently doing something else.</a:t>
            </a:r>
          </a:p>
          <a:p>
            <a:r>
              <a:rPr sz="1200">
                <a:latin typeface="Calibri"/>
              </a:rPr>
              <a:t>The second question is the subtle one: more resolution does NOT lower the speed at which the motor starts turning. It only lets you approach it more finely.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switches, and only the two diagonal pairs are useful. Trace each path with a finger on the projected slide.</a:t>
            </a:r>
          </a:p>
          <a:p>
            <a:r>
              <a:rPr sz="1200">
                <a:latin typeface="Calibri"/>
              </a:rPr>
              <a:t>Ask what happens if you close both switches on one side. Somebody will work out that it shorts the supply - which is exactly why the driver chip will not let you.</a:t>
            </a:r>
          </a:p>
          <a:p>
            <a:r>
              <a:rPr sz="1200">
                <a:latin typeface="Calibri"/>
              </a:rPr>
              <a:t>Forward and reverse are the same circuit with the current running the other way. That is the whole trick, and it is why direction costs nothing extra in the program.</a:t>
            </a:r>
          </a:p>
          <a:p>
            <a:r>
              <a:rPr sz="1200">
                <a:latin typeface="Calibri"/>
              </a:rPr>
              <a:t>Brake and coast are worth ten seconds each here; they come back properly in the advanced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Both columns describe the same H-bridge. What changes is what happens during the off part of each cycle.</a:t>
            </a:r>
          </a:p>
          <a:p>
            <a:r>
              <a:rPr sz="1200">
                <a:latin typeface="Calibri"/>
              </a:rPr>
              <a:t>Sign-magnitude alternates driven and coast. Hybrid alternates driven and brake, which actively pulls the current down.</a:t>
            </a:r>
          </a:p>
          <a:p>
            <a:r>
              <a:rPr sz="1200">
                <a:latin typeface="Calibri"/>
              </a:rPr>
              <a:t>The practical consequence: hybrid holds the speed you asked for when the load changes. They will feel this in the activity.</a:t>
            </a:r>
          </a:p>
          <a:p>
            <a:r>
              <a:rPr sz="1200">
                <a:latin typeface="Calibri"/>
              </a:rPr>
              <a:t>Sign-magnitude is not wrong. It is simpler to read, and that is why the beginner programs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the three cases on the right-hand notes before reading the code.</a:t>
            </a:r>
          </a:p>
          <a:p>
            <a:r>
              <a:rPr sz="1200">
                <a:latin typeface="Calibri"/>
              </a:rPr>
              <a:t>The guard clause is the whole slide. Without it, duty zero puts both pins high, and both pins high is a brake.</a:t>
            </a:r>
          </a:p>
          <a:p>
            <a:r>
              <a:rPr sz="1200">
                <a:latin typeface="Calibri"/>
              </a:rPr>
              <a:t>Ask what that feels like: a vehicle that will not coast and cannot be pushed by hand when switched on. That is a real symptom somebody would report as a mechanical fault.</a:t>
            </a:r>
          </a:p>
          <a:p>
            <a:r>
              <a:rPr sz="1200">
                <a:latin typeface="Calibri"/>
              </a:rPr>
              <a:t>This is a good example of a bug that hides in the ONE case the arithmetic happens to handle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Set the scene: this bug lived for a year in shipping code.</a:t>
            </a:r>
          </a:p>
          <a:p>
            <a:r>
              <a:rPr sz="1200">
                <a:latin typeface="Calibri"/>
              </a:rPr>
              <a:t>Do the arithmetic out loud. Gap of 1, factor of 0.5, gives 0.5, which truncates to 0 - so current never changes again.</a:t>
            </a:r>
          </a:p>
          <a:p>
            <a:r>
              <a:rPr sz="1200">
                <a:latin typeface="Calibri"/>
              </a:rPr>
              <a:t>The ramp stalls one count short, forever. On a 1024-count scale that is 0.1%, which nobody can see on a wheel.</a:t>
            </a:r>
          </a:p>
          <a:p>
            <a:r>
              <a:rPr sz="1200">
                <a:latin typeface="Calibri"/>
              </a:rPr>
              <a:t>Ask why it still matters. Because a value that never reaches its target breaks anything that tests for equality, and because a bug you cannot see is worse than one you can.</a:t>
            </a:r>
          </a:p>
          <a:p>
            <a:r>
              <a:rPr sz="1200">
                <a:latin typeface="Calibri"/>
              </a:rPr>
              <a:t>The fix is one line: if the step rounds to nothing, take one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Steps 1 and 2 are a feel test. Pinching the tire gently is the load - warn them to be gentle and to keep fingers clear of the spokes.</a:t>
            </a:r>
          </a:p>
          <a:p>
            <a:r>
              <a:rPr sz="1200">
                <a:latin typeface="Calibri"/>
              </a:rPr>
              <a:t>Step 6 recreates the bug deliberately. Watching the printout stop one count short is the memorable part of this lesson.</a:t>
            </a:r>
          </a:p>
          <a:p>
            <a:r>
              <a:rPr sz="1200">
                <a:latin typeface="Calibri"/>
              </a:rPr>
              <a:t>Answer to the first question: fast decay actively pulls the winding current down during the off part, so the average tracks the command.</a:t>
            </a:r>
          </a:p>
          <a:p>
            <a:r>
              <a:rPr sz="1200">
                <a:latin typeface="Calibri"/>
              </a:rPr>
              <a:t>Answer to the second: a 0.1% error is invisible but it means a value that never reaches its target, and anything comparing for equality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Draw the square wave on the board first, then reveal the slide. It lands better if they have watched it being built.</a:t>
            </a:r>
          </a:p>
          <a:p>
            <a:r>
              <a:rPr sz="1200">
                <a:latin typeface="Calibri"/>
              </a:rPr>
              <a:t>The idea to land: the pin is only ever fully on or fully off. Half speed is half the TIME on, not half the voltage.</a:t>
            </a:r>
          </a:p>
          <a:p>
            <a:r>
              <a:rPr sz="1200">
                <a:latin typeface="Calibri"/>
              </a:rPr>
              <a:t>Analogy that works: a light switch flicked very fast. Too fast to see flicker, so the room looks half lit.</a:t>
            </a:r>
          </a:p>
          <a:p>
            <a:r>
              <a:rPr sz="1200">
                <a:latin typeface="Calibri"/>
              </a:rPr>
              <a:t>Duty cycle is a percentage, which is why the math lesson and the motor lesson are the same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ideas in ten lines. Take them one at a time.</a:t>
            </a:r>
          </a:p>
          <a:p>
            <a:r>
              <a:rPr sz="1200">
                <a:latin typeface="Calibri"/>
              </a:rPr>
              <a:t>The -1 sentinel for a per-axis deadzone gives you a default and an override with no second flag. That is a pattern worth naming.</a:t>
            </a:r>
          </a:p>
          <a:p>
            <a:r>
              <a:rPr sz="1200">
                <a:latin typeface="Calibri"/>
              </a:rPr>
              <a:t>lround() rather than a cast, so 0.5 rounds up. Point out that this is the SAME class of bug as the ramp, avoided this time.</a:t>
            </a:r>
          </a:p>
          <a:p>
            <a:r>
              <a:rPr sz="1200">
                <a:latin typeface="Calibri"/>
              </a:rPr>
              <a:t>constrain() before map(), because map() does not clamp. Ask what happens if you do it the other way round.</a:t>
            </a:r>
          </a:p>
          <a:p>
            <a:r>
              <a:rPr sz="1200">
                <a:latin typeface="Calibri"/>
              </a:rPr>
              <a:t>Sign comes off at the start and goes back on at the end, so the math in the middle only ever deals with positive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left column is a design argument, not a feature list. Only the steering scale changes between the modes.</a:t>
            </a:r>
          </a:p>
          <a:p>
            <a:r>
              <a:rPr sz="1200">
                <a:latin typeface="Calibri"/>
              </a:rPr>
              <a:t>The reasoning is worth hearing: a global speed cap makes a vehicle feel broken, a steering cap makes it feel controllable. Ask whether they agree.</a:t>
            </a:r>
          </a:p>
          <a:p>
            <a:r>
              <a:rPr sz="1200">
                <a:latin typeface="Calibri"/>
              </a:rPr>
              <a:t>The four-servo scheme surprises people. One stick, four servos, each owning one direction and centerd otherwise.</a:t>
            </a:r>
          </a:p>
          <a:p>
            <a:r>
              <a:rPr sz="1200">
                <a:latin typeface="Calibri"/>
              </a:rPr>
              <a:t>1.0 to 2.0 ms is the corrected travel. Point back to the change log in Lesson 1 - the old range could drive a servo into its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center,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12 bits caps at 19.5 kHz because 80 MHz divided by 4096 is 19,531; resolution buys fine control at the bottom of the range; the four states are forward, reverse, coast and brake.</a:t>
            </a:r>
          </a:p>
          <a:p>
            <a:r>
              <a:rPr sz="1200">
                <a:latin typeface="Calibri"/>
              </a:rPr>
              <a:t>Hybrid drive holds speed because the braking part actively pulls current down. At duty 0 without the guard, both pins go high and the motor brakes.</a:t>
            </a:r>
          </a:p>
          <a:p>
            <a:r>
              <a:rPr sz="1200">
                <a:latin typeface="Calibri"/>
              </a:rPr>
              <a:t>The truncation bug leaves the ramp one count short, which is 0.1% and invisible on a wheel.</a:t>
            </a:r>
          </a:p>
          <a:p>
            <a:r>
              <a:rPr sz="1200">
                <a:latin typeface="Calibri"/>
              </a:rPr>
              <a:t>constrain before map because map does not clamp. NORMAL scales steering because steering authority was the problem, not top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Motors, Resolution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Resolution against frequency, four states of an H-bridge, fast decay, and a ramp that used to stall one count short.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Wheels off the ground throughout.</a:t>
            </a:r>
          </a:p>
        </p:txBody>
      </p:sp>
      <p:pic>
        <p:nvPicPr>
          <p:cNvPr id="8" name="Picture 7" descr="vehicle-rear-batte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86754"/>
            <a:ext cx="4480560" cy="32331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Work out the maximum PWM frequency for a given resolution, and say what more resolution buys you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Describe the four states of an H-bridge and what the motor does in each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Explain why fast decay holds speed better under load than slow decay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Spot the integer-truncation bug in a ramp, and fix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Explain why remap_axis constrains before it maps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48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504825"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Recap. The LEDC peripheral and what it can actually do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Resolution against frequency. Upload a2a_pwm_resolution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Coast, brake, and the two decay modes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Upload a2b_coast_brake_hybrid. Feel the difference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Speed ramping, and the truncation bug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remap_axis: deadzones, scale, and per-axis tuning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Four servos on one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LEDC peripheral, and the trade you cannot avoid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02667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What the bits buy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02667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Sixteen hardware channels, from an 80 MHz clock. At N bits the duty range is 0 to 2^N - 1.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8 bits    0..255      0.39% per step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10 bits   0..1023     0.098% per step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12 bits   0..4095     0.024% per step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Finer control at the BOTTOM of the range, which is where a motor is hardest to drive smoothly.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6797" y="1188720"/>
            <a:ext cx="570197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What they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6797" y="1700784"/>
            <a:ext cx="5701978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counter has to run 2^N times per cycle, so resolution comes straight out of frequency: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max frequency = 80,000,000 / 2^bits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8 bits    312 kHz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10 bits   78 kHz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12 bits   19.5 kHz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Op 12 runs 10 bits at 30 kHz: inside the limit, above hearing, four times the beginner resolution.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ledcSetup() returns the frequency it managed, or 0 if the combination is impossible. Check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Decay and ramping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Run  step  at 8 bits. Watch the volts column and LISTEN at the very bottom of the range.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bits 10, then  step  again. Compare.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Try  bits 12  then  freq 30000. Read what the console tells you.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Find the lowest  pct  at which the wheel turns at all. Is it the same at 8 bits and at 10?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freq 300, listen, then freq 20000.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0028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duty value, a percentage, and an approximate voltage for each step of the sweep.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380263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782599"/>
            <a:ext cx="4525238" cy="1392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12 bits at 30 kHz get refused?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Does more resolution change the lowest speed the motor will turn at, or only how finely you can approach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This reaches full power.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H-bridge: four switches, four things a motor can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high, B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one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low, B high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REVERSE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the other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COAST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floating,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freewheels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BRAKE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shorted,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stops hard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11880" y="365760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1880" y="539496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1188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6404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6118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694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806440" y="4206240"/>
            <a:ext cx="1463040" cy="640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222222"/>
                </a:solidFill>
                <a:latin typeface="Calibri"/>
              </a:defRPr>
            </a:pPr>
            <a:r>
              <a:rPr sz="1800" b="1">
                <a:solidFill>
                  <a:srgbClr val="222222"/>
                </a:solidFill>
                <a:latin typeface="Calibri"/>
              </a:rPr>
              <a:t>MOTOR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069080"/>
            <a:ext cx="91440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IN1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4069080"/>
            <a:ext cx="10058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IN2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3328416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+ 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449824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GND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Sign-magnitude  (the beginner programs)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Pulse IN1 at the duty you want. Hold IN2 low.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COAST.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During the off part nothing controls the motor at all, so the current in the windings decays slowly and the actual speed depends heavily on the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Simple to read, and perfectly good for learning.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SLOW DECAY.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Hybrid drive  (Op Program 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8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Hold IN1 HIGH. Pulse IN2 at the inverse of the duty.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BRAKE.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braking part actively pulls the current down, so the average is much closer to what you asked for, and speed holds up under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Noticeably better control at low duty - exactly where you need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FAST DECAY.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Watch the zero case. In hybrid, duty 0 puts PWM_MAX on BOTH pins, which is a hard brake, not a coast. Op 12 tests for zero separately and calls coast_all(). Miss that and the vehicle will not roll when you let go.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Hybrid drive, and the trap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void set_motor_hybrid(uint8_t in1_ch, uint8_t in2_ch, int duty)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duty = constrain(duty, -PWM_MAX,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if (duty == 0) {           // WITHOUT THIS, ZERO IS A BRAKE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ledcWrite(in1_ch,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ledcWrite(in2_ch,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int inverse = PWM_MAX - abs(duty);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if (duty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Full duty forward: IN1 = 1023, IN2 = 0. Driven hard.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Half duty forward: IN1 = 1023, IN2 = 512. Half driven, half braked.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Zero without the guard: IN1 = 1023, IN2 = 1023. Both high. That is a brake.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0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vehicle that will not coast, and cannot be pushed by hand when it is switched on, has this bug.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ramp, and the bug that hid in it for a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11.2 wrote this: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current += (target - current) * RAMP_FACTOR;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With RAMP_FACTOR = 0.5 and a gap of 1: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1 * 0.5 = 0.5,  truncated to 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current never changes again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the ramp stalls ONE COUNT short, forever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12: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int ramp_towards(int current, int target)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gap = target -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if (gap == 0) return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step = (int)(gap * RAMP_FACTOR);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  if (step == 0) step = (gap &gt; 0) ? 1 : -1;   // the fix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return current + step;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Ramping stops the vehicle lurching and stops it yanking a large current out of the battery on every stick movement.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Closing a FRACTION of the gap each step gives a smooth exponential approach - fast at first, gentle at the end.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bug is invisible. One count out of 1023 is 0.1% of full power. Nobody would ever see it on a wheel.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matters because comparisons against the target then never become true, and anything waiting for "ramp finished" waits forever.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Decay and ramping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57692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sign, then  go 100. Pinch the tire gently.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hybrid, then  go 100. Pinch again. Which holds speed?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the lowest  go  that turns the wheel in each mode.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ramp off, then  go 1023  from a standstill. Then  ramp on  and repeat. Listen to the difference.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RAMP_FACTOR to 0.9, then 0.1. What changes?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the minimum-step line in ramp_towards and run  go 500. Watch where the printout stops.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7985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Step 6: the ramp prints down to one count short of the target, then stops.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176016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578352"/>
            <a:ext cx="4525238" cy="1597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Why does fast decay hold speed better under load?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Why would a 0.1% speed error still be a real bug?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One motor, up to full power.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Pulse width modulation: how a pin makes a half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8988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25% duty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184708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920240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38886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88869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94759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79475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6338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63388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78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7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3790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37907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797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54379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12426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2426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28047" y="129844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quarter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64)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57860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50% duty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20240" y="303580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20240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920240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5749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57499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794759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9475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73201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32018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78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66927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0653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606537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43797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4379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81056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481056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528047" y="248716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half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128)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76732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100% duty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20240" y="422452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0240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20240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94759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4759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669278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669278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543797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543797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528047" y="367588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full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255)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956047"/>
            <a:ext cx="749807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cycle = 1/20000 s; this picture repeats 5000 times a second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pin is only ever fully on or fully off. Speed comes from the FRACTION of each cycle it spends on - the duty cycle.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remap_axis: deadzone, scale, and range, in one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int remap_axis(int raw_value, int specific_dz, float scale_factor,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           int in_max, int out_max)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dz = get_effective_deadzone(specific_dz);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(abs(raw_value) &lt; dz) return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sign   = (raw_value &gt; 0) ? 1 : -1;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int scaled = lround(abs(raw_value) * scale_factor);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scaled = constrain(scaled, dz, in_max);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return sign * map(scaled, dz, in_max, 0, out_max);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per-axis deadzone of -1 means "use the global one" - a default and an override, with no second flag.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lround(), not a cast, so 0.5 rounds up rather than truncating. The same class of bug as the ramp.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constrain() BEFORE map(): map() does not clamp.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Sign comes off at the start and goes back on at the 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48393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Throttle modes  (L3 toggles)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4839335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NORMAL - full forward speed, steering scaled to 0.5.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FAST   - full forward speed, full steering authority.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Only the STEERING scale changes. Top speed is the same in both.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This matters: it was the steering that needed softening, not the speed. A global speed cap makes a vehicle feel broken; a steering cap makes it feel controllable.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9455" y="1188720"/>
            <a:ext cx="5889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Four servos, one right stick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9455" y="1700784"/>
            <a:ext cx="5889320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 and sweeps its full travel across half the range: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 -  stick up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 -  stick down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2  -  stick left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4  -  stick right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sits centerd whenever the stick is not pushed its way, so one stick aims four independent things.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Travel is 1.0 to 2.0 ms. 11.2 used 0.5 to 2.5, which can drive a servo into its mechanical end stops.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centerd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identity that survives a power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can you not have 12-bit resolution at 30 kHz on this chip?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What does more PWM resolution actually buy you, and where?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Describe the four states of an H-bridge and what the motor does in each.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does hybrid drive hold speed better under load?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In hybrid drive, what happens at duty 0 without the guard clause?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Explain the ramp truncation bug, and why nobody would see it on a wheel.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Why does remap_axis call constrain() before map() rather than after?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8.  Why does NORMAL mode scale steering rather than top speed?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