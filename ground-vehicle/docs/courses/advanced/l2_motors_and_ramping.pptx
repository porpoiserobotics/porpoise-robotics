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Ten bits at the bottom of the range is the difference between a smooth start and a visible staircase. Say that - it is why the extra resolution was worth buying.</a:t>
            </a:r>
          </a:p>
          <a:p>
            <a:r>
              <a:rPr sz="1200">
                <a:latin typeface="Calibri"/>
              </a:rPr>
              <a:t>If ledcSetup() returns 0 you get silence and no error, which is a horrible thing to debug. Tell them to check the return value every time.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boxes across the top: those are the four things the motor can be told to do. The picture underneath is ONE of them actually happening - the first one - drawn by Kevin.</a:t>
            </a:r>
          </a:p>
          <a:p>
            <a:r>
              <a:rPr sz="1200">
                <a:latin typeface="Calibri"/>
              </a:rPr>
              <a:t>Say that before anybody asks why they can only see two switches in the picture. The other two are the ones that are open.</a:t>
            </a:r>
          </a:p>
          <a:p>
            <a:r>
              <a:rPr sz="1200">
                <a:latin typeface="Calibri"/>
              </a:rPr>
              <a:t>Then trace the arrows with a finger on the projected slide, slowly, all the way round: in at + V, along the top, down the left, through the motor, back to GND. Have them do it too.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centered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02667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 bits buy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02667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Sixteen hardware channels, from an 80 MHz clock. At N bits the duty range is 0 to 2^N - 1.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0..255      0.39%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0..1023     0.098% per step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0..4095     0.024% per step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Finer control at the BOTTOM of the range, which is where a motor is hardest to drive smoothly.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6797" y="1188720"/>
            <a:ext cx="57019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What they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97" y="1700784"/>
            <a:ext cx="5701978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counter has to run 2^N times per cycle, so resolution comes straight out of frequency: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8 bits    312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10 bits   78 kHz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12 bits   19.5 kHz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Op 12 runs 10 bits at 30 kHz: inside the limit, above hearing, four times the beginner resolution.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800">
                <a:solidFill>
                  <a:srgbClr val="222222"/>
                </a:solidFill>
                <a:latin typeface="Calibri"/>
              </a:rPr>
              <a:t>ledcSetup() returns the frequency it managed, or 0 if the combination is impossible. Check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8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pic>
        <p:nvPicPr>
          <p:cNvPr id="18" name="Picture 17" descr="h-bridge-forward-cur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904" y="3474720"/>
            <a:ext cx="6301886" cy="2148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5687568"/>
            <a:ext cx="11185855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arrows are the current: in at + V, along the top, down the left, through the motor, back to GND. That is the FORWARD box above. Turn pin B on instead of pin A and it all runs backwards.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256032" cy="155448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5156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75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0306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80306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7692" y="3886200"/>
            <a:ext cx="3631082" cy="132588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7692" y="3520440"/>
            <a:ext cx="363108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100" b="1">
                <a:solidFill>
                  <a:srgbClr val="0E7C86"/>
                </a:solidFill>
                <a:latin typeface="Calibri"/>
              </a:defRPr>
            </a:pPr>
            <a:r>
              <a:rPr sz="11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3695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8" cy="33695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198364"/>
            <a:ext cx="11185855" cy="1065276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8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0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Pinch the tire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again. Which holds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that turns the wheel in each mode.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repeat. Listen to the difference.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changes?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 and run  go 500. Watch where the printout stops.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798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Step 6: the ramp prints down to one count short of the target, then stops.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176016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578352"/>
            <a:ext cx="4525238" cy="15971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8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8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3933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4839335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NORMAL - full forward speed, steering scaled to 0.75.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5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9455" y="1188720"/>
            <a:ext cx="5889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9455" y="1700784"/>
            <a:ext cx="5889320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centered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