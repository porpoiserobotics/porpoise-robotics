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maths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2:00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330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The answer: DETECT the hardware at boot and switch behaviour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Bit FLAGS, not booleans, so one byte can carry several independent capabilities and a test is a single &amp; operation.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Every feature that needs the sensor checks its flag first and is a no-op without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function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Functions and globals are shared across tabs with NO header needed. Lighting.ino can call strip and read NUM_LEDS with no include.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TYPES are not. The generated prototypes go ABOVE your code, so a prototype mentioning an enum or struct you declared in a tab will not compile - the type is not defined yet at that point.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That is precisely why Config.h is a real header rather than a ninth tab. A header is #included by the main sketch, so everything in it is defined before the generated prototypes appear.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543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28257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Colour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pair      change its behaviour without a laptop full of toolchains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2667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are about to be handed 1300 lines across eight files. Reading it front to back is the slowest possible way 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1.  The header comment. It tells you the hardware, the controls, and - in this case -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2.  Config.h. Every number the program cares about, in one place. You learn what it can do from what it lets you tune.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4.  loop(). The whole shape of the program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Notice what that order gives you: the vocabulary first, then the skeleton, then the detail. Going the other way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EXERCISE, ten minutes. Open Pathfinder_Op_Program12, read in that order,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motors, and integer maths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