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maths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8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330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02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 and switch behaviour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How Op 12 does it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can carry several independent capabilities and a test is a single &amp; operation.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 and is a no-op without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function prototypes at the top.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are shared across tabs with NO header needed. Lighting.ino can call strip and read NUM_LEDS with no include.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are not. The generated prototypes go ABOVE your code, so a prototype mentioning an enum or struct you declared in a tab will not compile - the type is not defined yet at that point.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A header is #included by the main sketch, so everything in it is defined before the generated prototypes appear.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2543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282575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Colour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82575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behaviour without a laptop full of toolchains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300">
                <a:latin typeface="Consolas"/>
              </a:defRPr>
            </a:pPr>
            <a:r>
              <a:rPr sz="13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400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2667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are about to be handed 1300 lines across eight files. Reading it front to back is the slowest possible way 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better order: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The header comment. It tells you the hardware, the controls, and - in this case - the change log.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Config.h. Every number the program cares about, in one place. You learn what it can do from what it lets you tune.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loop(). The whole shape of the program in one screen.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 what that order gives you: the vocabulary first, then the skeleton, then the detail. Going the other way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EXERCISE, ten minutes. Open Pathfinder_Op_Program12, read in that order,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maths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