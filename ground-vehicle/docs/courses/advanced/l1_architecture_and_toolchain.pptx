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97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4281036"/>
                <a:gridCol w="5736418"/>
              </a:tblGrid>
              <a:tr h="832908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2908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291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83309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383309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boot,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3210" y="1188720"/>
            <a:ext cx="689556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3210" y="1700784"/>
            <a:ext cx="689556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carries several independent capabilities and a test is a single &amp;.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first,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55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cross tabs with NO header needed. Lighting.ino can call strip and read NUM_LEDS with no include.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do not. The generated prototypes go ABOVE your code, so a prototype mentioning an enum or struct you declared in a tab will not compile - the type is not defined yet.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It is #included by the main sketch, so it is defined before the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0244"/>
                <a:gridCol w="7455610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are about to be handed 1300 lines across eight files. Front to back is the slowest possible way in. 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The header comment: the hardware, the controls, and in this case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Config.h. Every number the program cares about, in one place. What it lets you tune tells you what it can do.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loop(). The whole shape,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Vocabulary first, then skeleton, then detail. The other way round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EXERCISE, ten minutes. Read Op 12 in that order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