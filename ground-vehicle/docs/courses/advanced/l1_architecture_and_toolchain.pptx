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Architecture and Toolchain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How a real embedded program is put together: tabs, headers, capability flags, and a console you can talk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Assumes you have driven a Pathfinder before.</a:t>
            </a:r>
          </a:p>
        </p:txBody>
      </p:sp>
      <p:pic>
        <p:nvPicPr>
          <p:cNvPr id="8" name="Picture 7" descr="vehicle-top-plate-esp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718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Who this course is for, and what it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You have driven a Pathfinder. You can read C++: functions, loops, structs, pointers, and you are not frightened of a header file.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This course is NOT more features. The vehicle does the same things it did on the beginner programs.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It is about how the program is BUILT: how you split 1300 lines so that somebody else can find things in it, how you make animations that never block the motors, how you store settings that survive a power cycle, and how you make a machine test its own hardware.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Along the way you will meet six real bugs from the previous version and see exactly why each one was wrong.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idea here transfers. None of it is specific to robots - it is how embedded software is written everywhere.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1790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206"/>
                <a:gridCol w="4372652"/>
                <a:gridCol w="5897996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The idea underneath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Architecture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Separate subsystems, and a way to talk to them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Motors, resolution and ramping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Control quality, and integer maths that lies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Bluetooth and persistent storage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Identity that survives a power cycle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Never block, and never redraw for nothing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Sensors, self-test, diagnostics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machine that can check itself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What changed from Op 11.2, and why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One binary, two vehicles: capability flags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How Arduino tabs really work, and why Config.h is a header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1:20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1:30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a1a_tabs_and_config. Break it on purpose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2:00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serial console: reading without blocking, and parsing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a1b_serial_console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2:45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boot sequence of Op Program 12, line by line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Op Program 11.2 to 12  -  what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825"/>
                <a:gridCol w="7525029"/>
              </a:tblGrid>
              <a:tr h="330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FastLED replaced with 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FastLED 3.10.5 auto-enables an ESP-DSP FFT backend that does not build against the bluepad32 4.1.0 SDK. 11.2 stopped compiling.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Servo travel corrected to 1.0 - 2.0 ms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used 0.5 - 2.5 ms, which can drive a servo into its end stops.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Paired address saved to EEPROM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only added to the allowlist at runtime, so a reboot could leave a vehicle refusing its own controller.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Addresses print most significant byte first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printed them backwards, so the address it told you to use was the reverse of the real one.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Speed ramping always reaches its target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Integer truncation stalled the old ramp one count short, forever.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Self-test compares against the measured baseline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measured a baseline, printed it, then used fixed absolutes.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Standby lighting redrawn only when it changes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pushed 32 LEDs on every pass of loop().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One 1292-line file split into eight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So that "where does pairing happen" has a one-word answer.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that list again at the end of the course. Most of them are mistakes that are easy to make and hard to see.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binary, two vehicles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Gen 2 vehicles have no current sensor. Gen 3 vehicles do.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Two separate builds means two things to keep in step, and somebody eventually flashes the wrong one.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The answer: DETECT the hardware at boot and switch behaviour on what is actually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How Op 12 does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Wire.begin(SDA, SCL);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if (is_ina219_present()) {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  capabilities = CAP_SELF_TEST | CAP_CURRENT_MON;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} else {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  capabilities = 0;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Bit FLAGS, not booleans, so one byte can carry several independent capabilities and a test is a single &amp; operation.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Every feature that needs the sensor checks its flag first and is a no-op without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Detect what is there rather than being told what is there. A configuration that can disagree with the hardware eventually will.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Arduino tabs actually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Convenient, and exactly one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Every .ino file in the sketch folder is a tab in the IDE.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Before compiling, the IDE CONCATENATES them into one file - the one named after the folder first, then the rest alphabetically - and generates function prototypes at the top.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Two consequences you have to know: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Functions and globals are shared across tabs with NO header needed. Lighting.ino can call strip and read NUM_LEDS with no include.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TYPES are not. The generated prototypes go ABOVE your code, so a prototype mentioning an enum or struct you declared in a tab will not compile - the type is not defined yet at that point.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That is precisely why Config.h is a real header rather than a ninth tab. A header is #included by the main sketch, so everything in it is defined before the generated prototypes appear.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Op 12's Config.h opens with a paragraph saying this. Now you know what it is warning you about.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eight files, and what each one owns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One subsystem per file. The rule that makes it work: each tab owns its own state, and other tabs go through its functions.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2543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7446"/>
                <a:gridCol w="7728408"/>
              </a:tblGrid>
              <a:tr h="28257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Owns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onsolas"/>
                        </a:rPr>
                        <a:t>Pathfinder_Op_Program12.ino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setup(), loop(), the hardware objects, the shared state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Config.h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Every tunable number and every custom type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Motors.ino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PWM setup, drive modes, ramping, servos, throttle modes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Lighting.ino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Colour helpers, every animation, 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Bluetooth.ino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Connection callbacks, the allowlist, the pairing workflow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Console.ino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The serial command interface, EEPROM settings, diagnostics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Sensors.ino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The INA219 driver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SelfTest.ino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The powered motor check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Nothing in the compiler enforces that. Every tab can see every global. It is a convention, and it is the only thing standing between you and 1292 lines again.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three files, one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a1a_tabs_and_config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Open it. Look at the tab bar: the sketch, Config.h, Blinker.ino.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Upload it. It blinks and reports, and swaps speed every 5 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Change BLINK_SLOW_MS in Config.h. Notice you touched neither .ino file.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Add a fourth file, Reporter.ino, with a function in it. Call it from loop(). Notice you declared it nowhere.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Now MOVE the BlinkMode enum out of Config.h and into Blinker.ino. Compile. READ THE ERROR CAREFULLY.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Put it 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Step 5 fails with an error about BlinkMode not naming a type, pointing at a line you did not write.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Whose line is the error actually on?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does moving a FUNCTION between tabs work fine, but moving a TYPE does not?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a console changes what a vehicle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From opaque binary to something you can ask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compiled binary is opaque. You can see what it does, not what it thinks.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serial console turns it into something you can interrogate: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help      what can this thing do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diag      what does it think is happening right now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pair      change its behaviour without a laptop full of toolchains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dynamics  retune the deadzones between races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practical difference: at a track event, tuning a vehicle stops being an edit-compile-upload cycle and becomes a conversation. On Op 12 those settings then go to EEPROM, so the tuning survives.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This is not a toy idea. Industrial controllers, network switches and flight computers all have one, for exactly this reason.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line without stopping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a1b_serial_console.ino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void handleSerial()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while (Serial.available()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char c = (char)Serial.read();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if (c == '\n' || c == '\r') {      // accept both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if (input_line.length()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  runCommand(input_line);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  input_line = "";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continue;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if (c &gt;= 32 &amp;&amp; c &lt; 127 &amp;&amp; input_line.length() &lt; 80)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input_line += c;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Serial.readStringUntil() would WAIT for a newline. While it waits the vehicle is not driving. Never use it on a moving machine.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This takes whatever bytes have arrived and returns immediately, every time.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Serial Monitor sends whatever its line-ending dropdown says: nothing, LF, CR, or both. Handle all four or the console looks broken to whoever set theirs differently.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length cap matters. Without it a stuck sender grows the String until the ESP32 runs out of heap.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a console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a1b_serial_console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 it, open the Serial Monitor, type help.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Try every command. Then type something that is not a command.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Type  set rate abc. What happens? Why does the range check catch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Change your Serial Monitor line-ending setting to each of its four options. Does the console still work in all four?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Add a command of your own: toggle, that flips a bool.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Open Console.ino in Op Program 12 and find the same three problems being solved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prompt, echoed typing, working backspace, and commands that run while the LED keeps blinking on its own schedule.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toInt() returns 0 for anything it cannot parse. Why does that make range checking essential rather than optional?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Serial.begin(115200);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EEPROM.begin(EEPROM_SIZE);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loadSettings();              // tuning, range checked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Wire.begin(I2C_SDA_PIN, I2C_SCL_PIN);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if (is_ina219_present()) {   // which vehicle am I?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vehicle_config.capabilities = CAP_SELF_TEST | CAP_CURRENT_MON;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ina219_init();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vehicle_config.capabilities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test_state = TEST_DISABLED;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 b="1">
                <a:solidFill>
                  <a:srgbClr val="0E7C86"/>
                </a:solidFill>
                <a:latin typeface="Consolas"/>
              </a:rPr>
              <a:t>  setup_motors();              // outputs safe FIRST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 b="1">
                <a:solidFill>
                  <a:srgbClr val="0E7C86"/>
                </a:solidFill>
                <a:latin typeface="Consolas"/>
              </a:rPr>
              <a:t>  setup_servos();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strip.begin();               // then the lights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set_disconnected_lighting();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setup_bluetooth();           // then the radio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pinMode(PAIR_TRIGGER_PIN, INPUT_PULLUP);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pinMode(TEST_PIN, INPUT);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ORDER is deliberate.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Settings first, because everything else may depend on them.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Hardware detection next, because it decides what the rest of setup is even allowed to do.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Motors before anything slow. An uninitialised H-bridge pin floats, and a floating pin can twitch a motor. Get the outputs into a known safe state as early as you can.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Radio last. It is the slowest thing to come up and nothing else waits on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Bluetooth gamepad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hardware this program is talking to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Nothing here is new to you. What is new is that one binary has to cope with two different versions of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2400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0687"/>
                <a:gridCol w="3050687"/>
                <a:gridCol w="5084479"/>
              </a:tblGrid>
              <a:tr h="2667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Op 12 does with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ESP32 DevKitC, 38 pin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240 MHz dual core, Bluetooth, 16 PWM channels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4 x DRV8871 H-bridge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12/13, 18/19, 22/23, 16/17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10-bit PWM at 30 kHz, hybrid drive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32 x WS2812B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GPIO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One loop: 0-15 front, 16-31 rear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4 x servo header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25, 26, 27, 14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50 Hz, 1.0 to 2.0 ms, one per stick direction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INA219 current sensor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I2C on 32 / 33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Gen 3 only. Detected at boot.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BOOT button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GPIO 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Held low to enter pairing mode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Self-test jumper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GPIO 34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Input-only pin, external pull-down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4S LiPo, 3300 mAh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About 16 V charged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GPIO 34-39 are INPUT ONLY on the ESP32 and have no internal pull resistors. That is why the self-test pin needs one on the board.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program you did not write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Header, then Config.h, then setup(), then loop()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You are about to be handed 1300 lines across eight files. Reading it front to back is the slowest possible way in.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better order: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1.  The header comment. It tells you the hardware, the controls, and - in this case - the change log.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2.  Config.h. Every number the program cares about, in one place. You learn what it can do from what it lets you tune.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3.  setup(). What has to be true before anything runs.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4.  loop(). The whole shape of the program in one screen.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5.  Only then, the subsystem that interests you.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Notice what that order gives you: the vocabulary first, then the skeleton, then the detail. Going the other way means reading Lighting.ino with no idea what led_mode is or who sets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EXERCISE, ten minutes. Open Pathfinder_Op_Program12, read in that order, and write down three questions. We will answer them over the next four lessons.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week: motors, and integer maths that quietly lies to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1.  Why is Config.h a header file rather than a ninth tab?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2.  In what order does the Arduino IDE concatenate your tabs?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3.  Why does Op 12 detect the current sensor rather than being told which generation it is running on?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4.  Why are capabilities bit flags rather than separate booleans?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5.  Name two things wrong with Serial.readStringUntil() on a moving vehicle.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6.  Why does setup() initialise the motors before the LEDs?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7.  Every tab can see every global. Why is that both the convenience and the danger?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