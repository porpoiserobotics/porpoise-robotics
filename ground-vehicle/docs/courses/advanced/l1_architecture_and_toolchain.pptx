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behaviour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behaviour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maths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 and switch behaviour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Colour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pair      change its behaviour without a laptop full of toolchains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maths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