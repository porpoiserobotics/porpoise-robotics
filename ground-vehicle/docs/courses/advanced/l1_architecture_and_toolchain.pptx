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97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4281036"/>
                <a:gridCol w="5736418"/>
              </a:tblGrid>
              <a:tr h="832908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1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55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244"/>
                <a:gridCol w="7455610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